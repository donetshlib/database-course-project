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7"/>
  </p:notesMasterIdLst>
  <p:sldIdLst>
    <p:sldId id="256" r:id="rId2"/>
    <p:sldId id="259" r:id="rId3"/>
    <p:sldId id="262" r:id="rId4"/>
    <p:sldId id="264" r:id="rId5"/>
    <p:sldId id="258" r:id="rId6"/>
    <p:sldId id="265" r:id="rId7"/>
    <p:sldId id="297" r:id="rId8"/>
    <p:sldId id="300" r:id="rId9"/>
    <p:sldId id="298" r:id="rId10"/>
    <p:sldId id="299" r:id="rId11"/>
    <p:sldId id="260" r:id="rId12"/>
    <p:sldId id="302" r:id="rId13"/>
    <p:sldId id="303" r:id="rId14"/>
    <p:sldId id="263" r:id="rId15"/>
    <p:sldId id="278" r:id="rId16"/>
  </p:sldIdLst>
  <p:sldSz cx="9144000" cy="5143500" type="screen16x9"/>
  <p:notesSz cx="6858000" cy="9144000"/>
  <p:embeddedFontLst>
    <p:embeddedFont>
      <p:font typeface="Advent Pro SemiBold" panose="020B0604020202020204" charset="0"/>
      <p:regular r:id="rId18"/>
      <p:bold r:id="rId19"/>
      <p:italic r:id="rId20"/>
      <p:boldItalic r:id="rId21"/>
    </p:embeddedFont>
    <p:embeddedFont>
      <p:font typeface="Fira Sans Condensed Medium" panose="020B0603050000020004" pitchFamily="34" charset="0"/>
      <p:regular r:id="rId22"/>
      <p:italic r:id="rId23"/>
    </p:embeddedFont>
    <p:embeddedFont>
      <p:font typeface="Fira Sans Extra Condensed Medium" panose="020B0604020202020204" charset="0"/>
      <p:regular r:id="rId24"/>
      <p:bold r:id="rId25"/>
      <p:italic r:id="rId26"/>
      <p:boldItalic r:id="rId27"/>
    </p:embeddedFont>
    <p:embeddedFont>
      <p:font typeface="Maven Pro" panose="020B0604020202020204" charset="0"/>
      <p:regular r:id="rId28"/>
      <p:bold r:id="rId29"/>
    </p:embeddedFont>
    <p:embeddedFont>
      <p:font typeface="Share Tech" panose="020B0604020202020204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78D3B6-BF7B-4BA0-8054-4A9038D8400B}">
  <a:tblStyle styleId="{DA78D3B6-BF7B-4BA0-8054-4A9038D840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4660"/>
  </p:normalViewPr>
  <p:slideViewPr>
    <p:cSldViewPr snapToGrid="0">
      <p:cViewPr>
        <p:scale>
          <a:sx n="125" d="100"/>
          <a:sy n="125" d="100"/>
        </p:scale>
        <p:origin x="1512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6c4305b01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6c4305b01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6c4305b01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6c4305b01e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c4305b01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c4305b01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6c4305b0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6c4305b0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6c4305b01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6c4305b01e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8C62FF47-CAC3-CD0F-2246-B21DDE9C2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6c4305b01e_0_20:notes">
            <a:extLst>
              <a:ext uri="{FF2B5EF4-FFF2-40B4-BE49-F238E27FC236}">
                <a16:creationId xmlns:a16="http://schemas.microsoft.com/office/drawing/2014/main" id="{4D39C36E-F242-AC95-07A0-FE4D9989F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6c4305b01e_0_20:notes">
            <a:extLst>
              <a:ext uri="{FF2B5EF4-FFF2-40B4-BE49-F238E27FC236}">
                <a16:creationId xmlns:a16="http://schemas.microsoft.com/office/drawing/2014/main" id="{2F29D720-6EC5-EF7D-EB3E-DF8DC78D5B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175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>
          <a:extLst>
            <a:ext uri="{FF2B5EF4-FFF2-40B4-BE49-F238E27FC236}">
              <a16:creationId xmlns:a16="http://schemas.microsoft.com/office/drawing/2014/main" id="{8140C06C-F320-451B-1149-6FD2529C4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6c4305b01e_0_10:notes">
            <a:extLst>
              <a:ext uri="{FF2B5EF4-FFF2-40B4-BE49-F238E27FC236}">
                <a16:creationId xmlns:a16="http://schemas.microsoft.com/office/drawing/2014/main" id="{876E2EC6-1CC7-E906-FBC2-0C37F6B34D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6c4305b01e_0_10:notes">
            <a:extLst>
              <a:ext uri="{FF2B5EF4-FFF2-40B4-BE49-F238E27FC236}">
                <a16:creationId xmlns:a16="http://schemas.microsoft.com/office/drawing/2014/main" id="{4D8E7135-E56A-39C5-A95C-2C5773E33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8996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37B10C5C-C6F2-D60D-89BA-927D81DBD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6c4305b01e_0_20:notes">
            <a:extLst>
              <a:ext uri="{FF2B5EF4-FFF2-40B4-BE49-F238E27FC236}">
                <a16:creationId xmlns:a16="http://schemas.microsoft.com/office/drawing/2014/main" id="{9B4761FA-A5F7-1179-49C2-370B63ACB2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6c4305b01e_0_20:notes">
            <a:extLst>
              <a:ext uri="{FF2B5EF4-FFF2-40B4-BE49-F238E27FC236}">
                <a16:creationId xmlns:a16="http://schemas.microsoft.com/office/drawing/2014/main" id="{5FE29FAD-A161-8C1D-F88A-720E92F8CB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911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DE6B706B-BB18-0000-ED48-37A83DC5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6c4305b01e_0_20:notes">
            <a:extLst>
              <a:ext uri="{FF2B5EF4-FFF2-40B4-BE49-F238E27FC236}">
                <a16:creationId xmlns:a16="http://schemas.microsoft.com/office/drawing/2014/main" id="{6E2FCF48-8ADF-C818-B4DB-083F46F03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6c4305b01e_0_20:notes">
            <a:extLst>
              <a:ext uri="{FF2B5EF4-FFF2-40B4-BE49-F238E27FC236}">
                <a16:creationId xmlns:a16="http://schemas.microsoft.com/office/drawing/2014/main" id="{72EE9EEF-F629-F51B-941C-718195D64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0268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6c4305b01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6c4305b01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>
          <a:extLst>
            <a:ext uri="{FF2B5EF4-FFF2-40B4-BE49-F238E27FC236}">
              <a16:creationId xmlns:a16="http://schemas.microsoft.com/office/drawing/2014/main" id="{7ACF9E29-46F4-D7C8-B527-51513DB92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6c4305b01e_0_15:notes">
            <a:extLst>
              <a:ext uri="{FF2B5EF4-FFF2-40B4-BE49-F238E27FC236}">
                <a16:creationId xmlns:a16="http://schemas.microsoft.com/office/drawing/2014/main" id="{B37517B5-754C-3EB1-4BFC-4BE2EB56DE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6c4305b01e_0_15:notes">
            <a:extLst>
              <a:ext uri="{FF2B5EF4-FFF2-40B4-BE49-F238E27FC236}">
                <a16:creationId xmlns:a16="http://schemas.microsoft.com/office/drawing/2014/main" id="{7C7CB032-B69D-B8C0-4B8A-0BD76791F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8721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>
          <a:extLst>
            <a:ext uri="{FF2B5EF4-FFF2-40B4-BE49-F238E27FC236}">
              <a16:creationId xmlns:a16="http://schemas.microsoft.com/office/drawing/2014/main" id="{824501CA-C19E-43B8-DACF-9CDC417EF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6c4305b01e_0_15:notes">
            <a:extLst>
              <a:ext uri="{FF2B5EF4-FFF2-40B4-BE49-F238E27FC236}">
                <a16:creationId xmlns:a16="http://schemas.microsoft.com/office/drawing/2014/main" id="{6A4EA8AB-2A21-8CE4-40D7-AEA380B17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6c4305b01e_0_15:notes">
            <a:extLst>
              <a:ext uri="{FF2B5EF4-FFF2-40B4-BE49-F238E27FC236}">
                <a16:creationId xmlns:a16="http://schemas.microsoft.com/office/drawing/2014/main" id="{E7D3362E-AD96-63FB-E68B-7B339FEB7B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00340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c60e245bf_1_3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c60e245bf_1_3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6c52a2e8d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6c52a2e8d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060456" y="1158638"/>
            <a:ext cx="121198" cy="121434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9740" y="916059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257933" y="2452405"/>
            <a:ext cx="57599" cy="57599"/>
          </a:xfrm>
          <a:custGeom>
            <a:avLst/>
            <a:gdLst/>
            <a:ahLst/>
            <a:cxnLst/>
            <a:rect l="l" t="t" r="r" b="b"/>
            <a:pathLst>
              <a:path w="2198" h="2198" fill="none" extrusionOk="0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10023" y="4821495"/>
            <a:ext cx="98059" cy="98295"/>
          </a:xfrm>
          <a:custGeom>
            <a:avLst/>
            <a:gdLst/>
            <a:ahLst/>
            <a:cxnLst/>
            <a:rect l="l" t="t" r="r" b="b"/>
            <a:pathLst>
              <a:path w="3742" h="3751" fill="none" extrusionOk="0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5669" y="1557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8" name="Google Shape;18;p2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23" name="Google Shape;23;p2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29" name="Google Shape;29;p2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6863" y="21446"/>
            <a:ext cx="8464" cy="1689069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7202390" y="916059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41;p3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42" name="Google Shape;42;p3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3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3"/>
          <p:cNvGrpSpPr/>
          <p:nvPr/>
        </p:nvGrpSpPr>
        <p:grpSpPr>
          <a:xfrm>
            <a:off x="3643898" y="-436198"/>
            <a:ext cx="133252" cy="1952377"/>
            <a:chOff x="6780548" y="337714"/>
            <a:chExt cx="133252" cy="1952377"/>
          </a:xfrm>
        </p:grpSpPr>
        <p:sp>
          <p:nvSpPr>
            <p:cNvPr id="47" name="Google Shape;47;p3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3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51" name="Google Shape;51;p3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520996" y="1091548"/>
            <a:ext cx="199001" cy="2139769"/>
            <a:chOff x="8008096" y="2108910"/>
            <a:chExt cx="199001" cy="2139769"/>
          </a:xfrm>
        </p:grpSpPr>
        <p:sp>
          <p:nvSpPr>
            <p:cNvPr id="54" name="Google Shape;54;p3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3"/>
          <p:cNvSpPr txBox="1">
            <a:spLocks noGrp="1"/>
          </p:cNvSpPr>
          <p:nvPr>
            <p:ph type="ctrTitle"/>
          </p:nvPr>
        </p:nvSpPr>
        <p:spPr>
          <a:xfrm>
            <a:off x="2031287" y="1742775"/>
            <a:ext cx="2622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>
            <a:spLocks noGrp="1"/>
          </p:cNvSpPr>
          <p:nvPr>
            <p:ph type="subTitle" idx="1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title" idx="2" hasCustomPrompt="1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>
            <a:spLocks noGrp="1"/>
          </p:cNvSpPr>
          <p:nvPr>
            <p:ph type="body" idx="1"/>
          </p:nvPr>
        </p:nvSpPr>
        <p:spPr>
          <a:xfrm>
            <a:off x="618825" y="1679175"/>
            <a:ext cx="3534300" cy="20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2686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720000" y="46901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058475" y="41522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432075" y="4296400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194725" y="44747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585475" y="4695513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oogle Shape;67;p4"/>
          <p:cNvGrpSpPr/>
          <p:nvPr/>
        </p:nvGrpSpPr>
        <p:grpSpPr>
          <a:xfrm>
            <a:off x="8148521" y="3004593"/>
            <a:ext cx="98059" cy="1147596"/>
            <a:chOff x="3347921" y="16006"/>
            <a:chExt cx="98059" cy="1147596"/>
          </a:xfrm>
        </p:grpSpPr>
        <p:sp>
          <p:nvSpPr>
            <p:cNvPr id="68" name="Google Shape;68;p4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70;p4"/>
          <p:cNvGrpSpPr/>
          <p:nvPr/>
        </p:nvGrpSpPr>
        <p:grpSpPr>
          <a:xfrm>
            <a:off x="281421" y="3769263"/>
            <a:ext cx="121172" cy="760495"/>
            <a:chOff x="5245196" y="3136513"/>
            <a:chExt cx="121172" cy="760495"/>
          </a:xfrm>
        </p:grpSpPr>
        <p:sp>
          <p:nvSpPr>
            <p:cNvPr id="71" name="Google Shape;71;p4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" name="Google Shape;73;p4"/>
          <p:cNvGrpSpPr/>
          <p:nvPr/>
        </p:nvGrpSpPr>
        <p:grpSpPr>
          <a:xfrm>
            <a:off x="8534739" y="4069632"/>
            <a:ext cx="57599" cy="831799"/>
            <a:chOff x="2038689" y="173907"/>
            <a:chExt cx="57599" cy="831799"/>
          </a:xfrm>
        </p:grpSpPr>
        <p:sp>
          <p:nvSpPr>
            <p:cNvPr id="74" name="Google Shape;74;p4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4"/>
          <p:cNvSpPr/>
          <p:nvPr/>
        </p:nvSpPr>
        <p:spPr>
          <a:xfrm>
            <a:off x="7686100" y="45688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868125" y="3769263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>
            <a:spLocks noGrp="1"/>
          </p:cNvSpPr>
          <p:nvPr>
            <p:ph type="ctrTitle"/>
          </p:nvPr>
        </p:nvSpPr>
        <p:spPr>
          <a:xfrm>
            <a:off x="923625" y="1196026"/>
            <a:ext cx="982200" cy="57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1"/>
          </p:nvPr>
        </p:nvSpPr>
        <p:spPr>
          <a:xfrm>
            <a:off x="923637" y="1684093"/>
            <a:ext cx="26205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ctrTitle" idx="2"/>
          </p:nvPr>
        </p:nvSpPr>
        <p:spPr>
          <a:xfrm>
            <a:off x="7050379" y="1196025"/>
            <a:ext cx="1137300" cy="57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3"/>
          </p:nvPr>
        </p:nvSpPr>
        <p:spPr>
          <a:xfrm>
            <a:off x="5450166" y="1684093"/>
            <a:ext cx="27375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ctrTitle" idx="4"/>
          </p:nvPr>
        </p:nvSpPr>
        <p:spPr>
          <a:xfrm>
            <a:off x="618825" y="411675"/>
            <a:ext cx="4618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131388" y="36535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403188" y="2183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776788" y="3625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539438" y="5409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89" name="Google Shape;89;p5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5"/>
          <p:cNvSpPr/>
          <p:nvPr/>
        </p:nvSpPr>
        <p:spPr>
          <a:xfrm>
            <a:off x="318213" y="44189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4463" y="47414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573050" y="27737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985850" y="4116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359450" y="5558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9122100" y="7342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798600" y="108865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099342" y="-150600"/>
            <a:ext cx="96045" cy="95462"/>
          </a:xfrm>
          <a:custGeom>
            <a:avLst/>
            <a:gdLst/>
            <a:ahLst/>
            <a:cxnLst/>
            <a:rect l="l" t="t" r="r" b="b"/>
            <a:pathLst>
              <a:path w="3128" h="3109" extrusionOk="0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702523" y="444536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04975" y="143222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03600" y="44017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64075" y="475390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2" name="Google Shape;17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 txBox="1">
            <a:spLocks noGrp="1"/>
          </p:cNvSpPr>
          <p:nvPr>
            <p:ph type="subTitle" idx="1"/>
          </p:nvPr>
        </p:nvSpPr>
        <p:spPr>
          <a:xfrm>
            <a:off x="6429027" y="3829680"/>
            <a:ext cx="2428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7647375" y="94960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8985850" y="4116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8359450" y="5558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9122100" y="7342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8798600" y="108865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6099342" y="-150600"/>
            <a:ext cx="96045" cy="95462"/>
          </a:xfrm>
          <a:custGeom>
            <a:avLst/>
            <a:gdLst/>
            <a:ahLst/>
            <a:cxnLst/>
            <a:rect l="l" t="t" r="r" b="b"/>
            <a:pathLst>
              <a:path w="3128" h="3109" extrusionOk="0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6702523" y="444536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5904975" y="143222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285750" y="4542650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439150" y="480340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"/>
          <p:cNvSpPr txBox="1">
            <a:spLocks noGrp="1"/>
          </p:cNvSpPr>
          <p:nvPr>
            <p:ph type="ctrTitle"/>
          </p:nvPr>
        </p:nvSpPr>
        <p:spPr>
          <a:xfrm>
            <a:off x="970814" y="3396800"/>
            <a:ext cx="2152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  <p:sp>
        <p:nvSpPr>
          <p:cNvPr id="270" name="Google Shape;270;p13"/>
          <p:cNvSpPr txBox="1">
            <a:spLocks noGrp="1"/>
          </p:cNvSpPr>
          <p:nvPr>
            <p:ph type="subTitle" idx="2"/>
          </p:nvPr>
        </p:nvSpPr>
        <p:spPr>
          <a:xfrm>
            <a:off x="970814" y="3829680"/>
            <a:ext cx="2428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71" name="Google Shape;271;p13"/>
          <p:cNvSpPr txBox="1">
            <a:spLocks noGrp="1"/>
          </p:cNvSpPr>
          <p:nvPr>
            <p:ph type="title" idx="3" hasCustomPrompt="1"/>
          </p:nvPr>
        </p:nvSpPr>
        <p:spPr>
          <a:xfrm>
            <a:off x="970814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2" name="Google Shape;272;p13"/>
          <p:cNvSpPr txBox="1">
            <a:spLocks noGrp="1"/>
          </p:cNvSpPr>
          <p:nvPr>
            <p:ph type="ctrTitle" idx="4"/>
          </p:nvPr>
        </p:nvSpPr>
        <p:spPr>
          <a:xfrm>
            <a:off x="3690348" y="3396800"/>
            <a:ext cx="1386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subTitle" idx="5"/>
          </p:nvPr>
        </p:nvSpPr>
        <p:spPr>
          <a:xfrm>
            <a:off x="3690341" y="3829680"/>
            <a:ext cx="2428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13"/>
          <p:cNvSpPr txBox="1">
            <a:spLocks noGrp="1"/>
          </p:cNvSpPr>
          <p:nvPr>
            <p:ph type="title" idx="6" hasCustomPrompt="1"/>
          </p:nvPr>
        </p:nvSpPr>
        <p:spPr>
          <a:xfrm>
            <a:off x="3690341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13"/>
          <p:cNvSpPr txBox="1">
            <a:spLocks noGrp="1"/>
          </p:cNvSpPr>
          <p:nvPr>
            <p:ph type="ctrTitle" idx="7"/>
          </p:nvPr>
        </p:nvSpPr>
        <p:spPr>
          <a:xfrm>
            <a:off x="618825" y="411675"/>
            <a:ext cx="4576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276" name="Google Shape;276;p13"/>
          <p:cNvSpPr txBox="1">
            <a:spLocks noGrp="1"/>
          </p:cNvSpPr>
          <p:nvPr>
            <p:ph type="ctrTitle" idx="8"/>
          </p:nvPr>
        </p:nvSpPr>
        <p:spPr>
          <a:xfrm>
            <a:off x="6428436" y="337773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  <p:sp>
        <p:nvSpPr>
          <p:cNvPr id="277" name="Google Shape;277;p13"/>
          <p:cNvSpPr txBox="1">
            <a:spLocks noGrp="1"/>
          </p:cNvSpPr>
          <p:nvPr>
            <p:ph type="title" idx="9" hasCustomPrompt="1"/>
          </p:nvPr>
        </p:nvSpPr>
        <p:spPr>
          <a:xfrm>
            <a:off x="6428436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8" name="Google Shape;278;p13"/>
          <p:cNvSpPr txBox="1">
            <a:spLocks noGrp="1"/>
          </p:cNvSpPr>
          <p:nvPr>
            <p:ph type="ctrTitle" idx="13"/>
          </p:nvPr>
        </p:nvSpPr>
        <p:spPr>
          <a:xfrm>
            <a:off x="6429027" y="3396800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7"/>
          <p:cNvSpPr txBox="1">
            <a:spLocks noGrp="1"/>
          </p:cNvSpPr>
          <p:nvPr>
            <p:ph type="ctrTitle"/>
          </p:nvPr>
        </p:nvSpPr>
        <p:spPr>
          <a:xfrm>
            <a:off x="1218541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36" name="Google Shape;336;p17"/>
          <p:cNvSpPr txBox="1">
            <a:spLocks noGrp="1"/>
          </p:cNvSpPr>
          <p:nvPr>
            <p:ph type="subTitle" idx="1"/>
          </p:nvPr>
        </p:nvSpPr>
        <p:spPr>
          <a:xfrm>
            <a:off x="1218541" y="1865495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17"/>
          <p:cNvSpPr txBox="1">
            <a:spLocks noGrp="1"/>
          </p:cNvSpPr>
          <p:nvPr>
            <p:ph type="ctrTitle" idx="2"/>
          </p:nvPr>
        </p:nvSpPr>
        <p:spPr>
          <a:xfrm>
            <a:off x="6054555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38" name="Google Shape;338;p17"/>
          <p:cNvSpPr txBox="1">
            <a:spLocks noGrp="1"/>
          </p:cNvSpPr>
          <p:nvPr>
            <p:ph type="subTitle" idx="3"/>
          </p:nvPr>
        </p:nvSpPr>
        <p:spPr>
          <a:xfrm>
            <a:off x="6054555" y="1865495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17"/>
          <p:cNvSpPr txBox="1">
            <a:spLocks noGrp="1"/>
          </p:cNvSpPr>
          <p:nvPr>
            <p:ph type="ctrTitle" idx="4"/>
          </p:nvPr>
        </p:nvSpPr>
        <p:spPr>
          <a:xfrm>
            <a:off x="1218541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40" name="Google Shape;340;p17"/>
          <p:cNvSpPr txBox="1">
            <a:spLocks noGrp="1"/>
          </p:cNvSpPr>
          <p:nvPr>
            <p:ph type="subTitle" idx="5"/>
          </p:nvPr>
        </p:nvSpPr>
        <p:spPr>
          <a:xfrm>
            <a:off x="1116841" y="3271106"/>
            <a:ext cx="20847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41" name="Google Shape;341;p17"/>
          <p:cNvSpPr txBox="1">
            <a:spLocks noGrp="1"/>
          </p:cNvSpPr>
          <p:nvPr>
            <p:ph type="ctrTitle" idx="6"/>
          </p:nvPr>
        </p:nvSpPr>
        <p:spPr>
          <a:xfrm>
            <a:off x="6054555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42" name="Google Shape;342;p17"/>
          <p:cNvSpPr txBox="1">
            <a:spLocks noGrp="1"/>
          </p:cNvSpPr>
          <p:nvPr>
            <p:ph type="subTitle" idx="7"/>
          </p:nvPr>
        </p:nvSpPr>
        <p:spPr>
          <a:xfrm>
            <a:off x="6054555" y="3271106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43" name="Google Shape;343;p17"/>
          <p:cNvSpPr txBox="1">
            <a:spLocks noGrp="1"/>
          </p:cNvSpPr>
          <p:nvPr>
            <p:ph type="ctrTitle" idx="8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7647375" y="94960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8985850" y="4116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8359450" y="5558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9122100" y="7342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8798600" y="108865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6099342" y="-150600"/>
            <a:ext cx="96045" cy="95462"/>
          </a:xfrm>
          <a:custGeom>
            <a:avLst/>
            <a:gdLst/>
            <a:ahLst/>
            <a:cxnLst/>
            <a:rect l="l" t="t" r="r" b="b"/>
            <a:pathLst>
              <a:path w="3128" h="3109" extrusionOk="0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6702523" y="444536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5904975" y="143222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7"/>
          <p:cNvSpPr/>
          <p:nvPr/>
        </p:nvSpPr>
        <p:spPr>
          <a:xfrm>
            <a:off x="303600" y="44017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816650" y="4612675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"/>
          <p:cNvSpPr txBox="1">
            <a:spLocks noGrp="1"/>
          </p:cNvSpPr>
          <p:nvPr>
            <p:ph type="title"/>
          </p:nvPr>
        </p:nvSpPr>
        <p:spPr>
          <a:xfrm>
            <a:off x="2471150" y="1830075"/>
            <a:ext cx="3823200" cy="112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6" name="Google Shape;376;p19"/>
          <p:cNvSpPr txBox="1">
            <a:spLocks noGrp="1"/>
          </p:cNvSpPr>
          <p:nvPr>
            <p:ph type="subTitle" idx="1"/>
          </p:nvPr>
        </p:nvSpPr>
        <p:spPr>
          <a:xfrm>
            <a:off x="2902550" y="540000"/>
            <a:ext cx="2960400" cy="13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7" name="Google Shape;377;p19"/>
          <p:cNvSpPr txBox="1"/>
          <p:nvPr/>
        </p:nvSpPr>
        <p:spPr>
          <a:xfrm>
            <a:off x="2289500" y="3592806"/>
            <a:ext cx="4186500" cy="9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including icons by </a:t>
            </a:r>
            <a:r>
              <a:rPr lang="en" sz="1000">
                <a:solidFill>
                  <a:schemeClr val="accent2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lang="en" sz="1000">
                <a:solidFill>
                  <a:schemeClr val="accent3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>
              <a:solidFill>
                <a:schemeClr val="accent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858247" y="1380669"/>
            <a:ext cx="130760" cy="131015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1802448" y="4340187"/>
            <a:ext cx="131015" cy="131015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7196621" y="809541"/>
            <a:ext cx="131015" cy="131015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7826485" y="4005523"/>
            <a:ext cx="105796" cy="106050"/>
          </a:xfrm>
          <a:custGeom>
            <a:avLst/>
            <a:gdLst/>
            <a:ahLst/>
            <a:cxnLst/>
            <a:rect l="l" t="t" r="r" b="b"/>
            <a:pathLst>
              <a:path w="3742" h="3751" fill="none" extrusionOk="0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6669747" y="3108456"/>
            <a:ext cx="62397" cy="62397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2127273" y="2530788"/>
            <a:ext cx="112298" cy="112553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7418926" y="3240515"/>
            <a:ext cx="112298" cy="112553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7751274" y="1218584"/>
            <a:ext cx="86853" cy="86825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6" name="Google Shape;386;p19"/>
          <p:cNvGrpSpPr/>
          <p:nvPr/>
        </p:nvGrpSpPr>
        <p:grpSpPr>
          <a:xfrm>
            <a:off x="6669747" y="-389684"/>
            <a:ext cx="143766" cy="2106420"/>
            <a:chOff x="6780548" y="337714"/>
            <a:chExt cx="133252" cy="1952377"/>
          </a:xfrm>
        </p:grpSpPr>
        <p:sp>
          <p:nvSpPr>
            <p:cNvPr id="387" name="Google Shape;387;p19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" name="Google Shape;389;p19"/>
          <p:cNvGrpSpPr/>
          <p:nvPr/>
        </p:nvGrpSpPr>
        <p:grpSpPr>
          <a:xfrm>
            <a:off x="1510029" y="507749"/>
            <a:ext cx="203534" cy="2663107"/>
            <a:chOff x="250617" y="2402301"/>
            <a:chExt cx="188650" cy="2468354"/>
          </a:xfrm>
        </p:grpSpPr>
        <p:sp>
          <p:nvSpPr>
            <p:cNvPr id="390" name="Google Shape;390;p19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4" name="Google Shape;394;p19"/>
          <p:cNvGrpSpPr/>
          <p:nvPr/>
        </p:nvGrpSpPr>
        <p:grpSpPr>
          <a:xfrm>
            <a:off x="385355" y="1380671"/>
            <a:ext cx="199237" cy="2828935"/>
            <a:chOff x="1608717" y="1280046"/>
            <a:chExt cx="199237" cy="2828935"/>
          </a:xfrm>
        </p:grpSpPr>
        <p:sp>
          <p:nvSpPr>
            <p:cNvPr id="395" name="Google Shape;395;p19"/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/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9"/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8" name="Google Shape;398;p19"/>
          <p:cNvSpPr/>
          <p:nvPr/>
        </p:nvSpPr>
        <p:spPr>
          <a:xfrm>
            <a:off x="1050592" y="3209646"/>
            <a:ext cx="9132" cy="2718457"/>
          </a:xfrm>
          <a:custGeom>
            <a:avLst/>
            <a:gdLst/>
            <a:ahLst/>
            <a:cxnLst/>
            <a:rect l="l" t="t" r="r" b="b"/>
            <a:pathLst>
              <a:path w="323" h="96152" extrusionOk="0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9"/>
          <p:cNvSpPr/>
          <p:nvPr/>
        </p:nvSpPr>
        <p:spPr>
          <a:xfrm>
            <a:off x="7090326" y="2590809"/>
            <a:ext cx="9132" cy="1822361"/>
          </a:xfrm>
          <a:custGeom>
            <a:avLst/>
            <a:gdLst/>
            <a:ahLst/>
            <a:cxnLst/>
            <a:rect l="l" t="t" r="r" b="b"/>
            <a:pathLst>
              <a:path w="323" h="64457" extrusionOk="0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0" name="Google Shape;400;p19"/>
          <p:cNvGrpSpPr/>
          <p:nvPr/>
        </p:nvGrpSpPr>
        <p:grpSpPr>
          <a:xfrm>
            <a:off x="989005" y="-389666"/>
            <a:ext cx="62143" cy="897428"/>
            <a:chOff x="2038689" y="173907"/>
            <a:chExt cx="57599" cy="831799"/>
          </a:xfrm>
        </p:grpSpPr>
        <p:sp>
          <p:nvSpPr>
            <p:cNvPr id="401" name="Google Shape;401;p19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9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" name="Google Shape;403;p19"/>
          <p:cNvGrpSpPr/>
          <p:nvPr/>
        </p:nvGrpSpPr>
        <p:grpSpPr>
          <a:xfrm>
            <a:off x="8568723" y="2184809"/>
            <a:ext cx="214702" cy="2308597"/>
            <a:chOff x="8008096" y="2108910"/>
            <a:chExt cx="199001" cy="2139769"/>
          </a:xfrm>
        </p:grpSpPr>
        <p:sp>
          <p:nvSpPr>
            <p:cNvPr id="404" name="Google Shape;404;p19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9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6" name="Google Shape;406;p19"/>
          <p:cNvSpPr/>
          <p:nvPr/>
        </p:nvSpPr>
        <p:spPr>
          <a:xfrm>
            <a:off x="6423211" y="3192659"/>
            <a:ext cx="86853" cy="86825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7" name="Google Shape;407;p19"/>
          <p:cNvGrpSpPr/>
          <p:nvPr/>
        </p:nvGrpSpPr>
        <p:grpSpPr>
          <a:xfrm>
            <a:off x="8221223" y="9"/>
            <a:ext cx="214702" cy="2308597"/>
            <a:chOff x="8008096" y="2108910"/>
            <a:chExt cx="199001" cy="2139769"/>
          </a:xfrm>
        </p:grpSpPr>
        <p:sp>
          <p:nvSpPr>
            <p:cNvPr id="408" name="Google Shape;408;p19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9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9" r:id="rId7"/>
    <p:sldLayoutId id="2147483663" r:id="rId8"/>
    <p:sldLayoutId id="2147483665" r:id="rId9"/>
    <p:sldLayoutId id="2147483667" r:id="rId10"/>
    <p:sldLayoutId id="214748366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"/>
          <p:cNvSpPr txBox="1">
            <a:spLocks noGrp="1"/>
          </p:cNvSpPr>
          <p:nvPr>
            <p:ph type="subTitle" idx="1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Hlib Donets</a:t>
            </a:r>
            <a:endParaRPr dirty="0"/>
          </a:p>
        </p:txBody>
      </p:sp>
      <p:sp>
        <p:nvSpPr>
          <p:cNvPr id="436" name="Google Shape;436;p25"/>
          <p:cNvSpPr txBox="1">
            <a:spLocks noGrp="1"/>
          </p:cNvSpPr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Database </a:t>
            </a:r>
            <a:r>
              <a:rPr lang="en-US" dirty="0">
                <a:solidFill>
                  <a:schemeClr val="accent2"/>
                </a:solidFill>
              </a:rPr>
              <a:t>Project</a:t>
            </a:r>
            <a:endParaRPr dirty="0"/>
          </a:p>
        </p:txBody>
      </p:sp>
      <p:sp>
        <p:nvSpPr>
          <p:cNvPr id="437" name="Google Shape;437;p25"/>
          <p:cNvSpPr/>
          <p:nvPr/>
        </p:nvSpPr>
        <p:spPr>
          <a:xfrm>
            <a:off x="1917281" y="4715495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5"/>
          <p:cNvSpPr/>
          <p:nvPr/>
        </p:nvSpPr>
        <p:spPr>
          <a:xfrm>
            <a:off x="7047944" y="3537816"/>
            <a:ext cx="57834" cy="57834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5"/>
          <p:cNvSpPr/>
          <p:nvPr/>
        </p:nvSpPr>
        <p:spPr>
          <a:xfrm>
            <a:off x="2307882" y="3002386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5"/>
          <p:cNvSpPr/>
          <p:nvPr/>
        </p:nvSpPr>
        <p:spPr>
          <a:xfrm>
            <a:off x="6293004" y="835609"/>
            <a:ext cx="80476" cy="80476"/>
          </a:xfrm>
          <a:custGeom>
            <a:avLst/>
            <a:gdLst/>
            <a:ahLst/>
            <a:cxnLst/>
            <a:rect l="l" t="t" r="r" b="b"/>
            <a:pathLst>
              <a:path w="3071" h="3071" extrusionOk="0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5"/>
          <p:cNvSpPr/>
          <p:nvPr/>
        </p:nvSpPr>
        <p:spPr>
          <a:xfrm>
            <a:off x="5969504" y="3118803"/>
            <a:ext cx="119993" cy="119966"/>
          </a:xfrm>
          <a:custGeom>
            <a:avLst/>
            <a:gdLst/>
            <a:ahLst/>
            <a:cxnLst/>
            <a:rect l="l" t="t" r="r" b="b"/>
            <a:pathLst>
              <a:path w="4579" h="4578" extrusionOk="0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5"/>
          <p:cNvSpPr/>
          <p:nvPr/>
        </p:nvSpPr>
        <p:spPr>
          <a:xfrm>
            <a:off x="2924242" y="4302208"/>
            <a:ext cx="119993" cy="119993"/>
          </a:xfrm>
          <a:custGeom>
            <a:avLst/>
            <a:gdLst/>
            <a:ahLst/>
            <a:cxnLst/>
            <a:rect l="l" t="t" r="r" b="b"/>
            <a:pathLst>
              <a:path w="4579" h="4579" extrusionOk="0">
                <a:moveTo>
                  <a:pt x="0" y="1"/>
                </a:moveTo>
                <a:lnTo>
                  <a:pt x="0" y="4578"/>
                </a:lnTo>
                <a:lnTo>
                  <a:pt x="4578" y="4578"/>
                </a:lnTo>
                <a:lnTo>
                  <a:pt x="457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3" name="Google Shape;443;p25"/>
          <p:cNvGrpSpPr/>
          <p:nvPr/>
        </p:nvGrpSpPr>
        <p:grpSpPr>
          <a:xfrm>
            <a:off x="6232314" y="3696331"/>
            <a:ext cx="121434" cy="1073147"/>
            <a:chOff x="6232314" y="3696331"/>
            <a:chExt cx="121434" cy="1073147"/>
          </a:xfrm>
        </p:grpSpPr>
        <p:sp>
          <p:nvSpPr>
            <p:cNvPr id="444" name="Google Shape;444;p25"/>
            <p:cNvSpPr/>
            <p:nvPr/>
          </p:nvSpPr>
          <p:spPr>
            <a:xfrm>
              <a:off x="6232314" y="4648280"/>
              <a:ext cx="121434" cy="121198"/>
            </a:xfrm>
            <a:custGeom>
              <a:avLst/>
              <a:gdLst/>
              <a:ahLst/>
              <a:cxnLst/>
              <a:rect l="l" t="t" r="r" b="b"/>
              <a:pathLst>
                <a:path w="463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33" y="4624"/>
                  </a:lnTo>
                  <a:lnTo>
                    <a:pt x="46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5"/>
            <p:cNvSpPr/>
            <p:nvPr/>
          </p:nvSpPr>
          <p:spPr>
            <a:xfrm>
              <a:off x="6288681" y="3696331"/>
              <a:ext cx="8700" cy="872731"/>
            </a:xfrm>
            <a:custGeom>
              <a:avLst/>
              <a:gdLst/>
              <a:ahLst/>
              <a:cxnLst/>
              <a:rect l="l" t="t" r="r" b="b"/>
              <a:pathLst>
                <a:path w="332" h="33304" extrusionOk="0">
                  <a:moveTo>
                    <a:pt x="166" y="0"/>
                  </a:moveTo>
                  <a:lnTo>
                    <a:pt x="0" y="33304"/>
                  </a:lnTo>
                  <a:lnTo>
                    <a:pt x="331" y="3330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5"/>
          <p:cNvGrpSpPr/>
          <p:nvPr/>
        </p:nvGrpSpPr>
        <p:grpSpPr>
          <a:xfrm>
            <a:off x="6780548" y="337714"/>
            <a:ext cx="133252" cy="1952377"/>
            <a:chOff x="6780548" y="337714"/>
            <a:chExt cx="133252" cy="1952377"/>
          </a:xfrm>
        </p:grpSpPr>
        <p:sp>
          <p:nvSpPr>
            <p:cNvPr id="447" name="Google Shape;447;p25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5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9" name="Google Shape;449;p25"/>
          <p:cNvGrpSpPr/>
          <p:nvPr/>
        </p:nvGrpSpPr>
        <p:grpSpPr>
          <a:xfrm>
            <a:off x="1608717" y="1280046"/>
            <a:ext cx="199237" cy="2828935"/>
            <a:chOff x="1608717" y="1280046"/>
            <a:chExt cx="199237" cy="2828935"/>
          </a:xfrm>
        </p:grpSpPr>
        <p:sp>
          <p:nvSpPr>
            <p:cNvPr id="450" name="Google Shape;450;p25"/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5"/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5"/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3" name="Google Shape;453;p25"/>
          <p:cNvSpPr/>
          <p:nvPr/>
        </p:nvSpPr>
        <p:spPr>
          <a:xfrm>
            <a:off x="2355692" y="3696328"/>
            <a:ext cx="8464" cy="2519663"/>
          </a:xfrm>
          <a:custGeom>
            <a:avLst/>
            <a:gdLst/>
            <a:ahLst/>
            <a:cxnLst/>
            <a:rect l="l" t="t" r="r" b="b"/>
            <a:pathLst>
              <a:path w="323" h="96152" extrusionOk="0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5"/>
          <p:cNvSpPr/>
          <p:nvPr/>
        </p:nvSpPr>
        <p:spPr>
          <a:xfrm>
            <a:off x="7446601" y="3454956"/>
            <a:ext cx="8464" cy="1689096"/>
          </a:xfrm>
          <a:custGeom>
            <a:avLst/>
            <a:gdLst/>
            <a:ahLst/>
            <a:cxnLst/>
            <a:rect l="l" t="t" r="r" b="b"/>
            <a:pathLst>
              <a:path w="323" h="64457" extrusionOk="0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5" name="Google Shape;455;p25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456" name="Google Shape;456;p25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5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" name="Google Shape;458;p25"/>
          <p:cNvGrpSpPr/>
          <p:nvPr/>
        </p:nvGrpSpPr>
        <p:grpSpPr>
          <a:xfrm>
            <a:off x="4472500" y="3928605"/>
            <a:ext cx="199001" cy="867198"/>
            <a:chOff x="4475150" y="4052605"/>
            <a:chExt cx="199001" cy="867198"/>
          </a:xfrm>
        </p:grpSpPr>
        <p:sp>
          <p:nvSpPr>
            <p:cNvPr id="459" name="Google Shape;459;p25"/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5"/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5"/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tabase - Overview, Roles and Components, DBMS">
            <a:extLst>
              <a:ext uri="{FF2B5EF4-FFF2-40B4-BE49-F238E27FC236}">
                <a16:creationId xmlns:a16="http://schemas.microsoft.com/office/drawing/2014/main" id="{3C9EDEBF-A8A1-2413-7884-5F6DEE1F88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70" t="6852" r="22719" b="6994"/>
          <a:stretch>
            <a:fillRect/>
          </a:stretch>
        </p:blipFill>
        <p:spPr>
          <a:xfrm>
            <a:off x="5201885" y="1116062"/>
            <a:ext cx="2377423" cy="2953528"/>
          </a:xfrm>
          <a:prstGeom prst="roundRect">
            <a:avLst>
              <a:gd name="adj" fmla="val 7413"/>
            </a:avLst>
          </a:prstGeom>
        </p:spPr>
      </p:pic>
      <p:sp>
        <p:nvSpPr>
          <p:cNvPr id="507" name="Google Shape;507;p28"/>
          <p:cNvSpPr txBox="1">
            <a:spLocks noGrp="1"/>
          </p:cNvSpPr>
          <p:nvPr>
            <p:ph type="body" idx="1"/>
          </p:nvPr>
        </p:nvSpPr>
        <p:spPr>
          <a:xfrm>
            <a:off x="305576" y="1249436"/>
            <a:ext cx="3895451" cy="20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/>
              <a:t>Objective: Design, implement, and manipulate a relational SQL database</a:t>
            </a:r>
          </a:p>
          <a:p>
            <a:endParaRPr lang="en-US" sz="1600" dirty="0"/>
          </a:p>
          <a:p>
            <a:pPr lvl="1"/>
            <a:r>
              <a:rPr lang="en-US" dirty="0"/>
              <a:t>Database for a Xiaomi online store</a:t>
            </a:r>
          </a:p>
          <a:p>
            <a:pPr marL="596900" lvl="1" indent="0">
              <a:buNone/>
            </a:pPr>
            <a:endParaRPr lang="en-US" dirty="0"/>
          </a:p>
          <a:p>
            <a:pPr lvl="1"/>
            <a:r>
              <a:rPr lang="en-US" dirty="0"/>
              <a:t>Tables include Customers, Orders, Products, Suppliers, Categories, Payments</a:t>
            </a:r>
          </a:p>
        </p:txBody>
      </p:sp>
      <p:sp>
        <p:nvSpPr>
          <p:cNvPr id="508" name="Google Shape;508;p28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2686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Overview</a:t>
            </a:r>
            <a:endParaRPr dirty="0"/>
          </a:p>
        </p:txBody>
      </p:sp>
      <p:grpSp>
        <p:nvGrpSpPr>
          <p:cNvPr id="509" name="Google Shape;509;p28"/>
          <p:cNvGrpSpPr/>
          <p:nvPr/>
        </p:nvGrpSpPr>
        <p:grpSpPr>
          <a:xfrm>
            <a:off x="4834661" y="989482"/>
            <a:ext cx="2851442" cy="3213988"/>
            <a:chOff x="2501950" y="1507050"/>
            <a:chExt cx="2392350" cy="2696525"/>
          </a:xfrm>
        </p:grpSpPr>
        <p:sp>
          <p:nvSpPr>
            <p:cNvPr id="510" name="Google Shape;510;p28"/>
            <p:cNvSpPr/>
            <p:nvPr/>
          </p:nvSpPr>
          <p:spPr>
            <a:xfrm>
              <a:off x="4032450" y="3778325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8"/>
            <p:cNvSpPr/>
            <p:nvPr/>
          </p:nvSpPr>
          <p:spPr>
            <a:xfrm>
              <a:off x="2720475" y="1507050"/>
              <a:ext cx="2173825" cy="2696525"/>
            </a:xfrm>
            <a:custGeom>
              <a:avLst/>
              <a:gdLst/>
              <a:ahLst/>
              <a:cxnLst/>
              <a:rect l="l" t="t" r="r" b="b"/>
              <a:pathLst>
                <a:path w="86953" h="107861" extrusionOk="0">
                  <a:moveTo>
                    <a:pt x="81393" y="927"/>
                  </a:moveTo>
                  <a:cubicBezTo>
                    <a:pt x="83963" y="927"/>
                    <a:pt x="86043" y="3008"/>
                    <a:pt x="86043" y="5577"/>
                  </a:cubicBezTo>
                  <a:lnTo>
                    <a:pt x="86043" y="102284"/>
                  </a:lnTo>
                  <a:cubicBezTo>
                    <a:pt x="86043" y="104854"/>
                    <a:pt x="83963" y="106934"/>
                    <a:pt x="81393" y="106934"/>
                  </a:cubicBezTo>
                  <a:lnTo>
                    <a:pt x="5559" y="106934"/>
                  </a:lnTo>
                  <a:cubicBezTo>
                    <a:pt x="2989" y="106934"/>
                    <a:pt x="909" y="104854"/>
                    <a:pt x="909" y="102284"/>
                  </a:cubicBezTo>
                  <a:lnTo>
                    <a:pt x="909" y="5577"/>
                  </a:lnTo>
                  <a:cubicBezTo>
                    <a:pt x="909" y="3008"/>
                    <a:pt x="2989" y="927"/>
                    <a:pt x="5559" y="927"/>
                  </a:cubicBezTo>
                  <a:close/>
                  <a:moveTo>
                    <a:pt x="5559" y="1"/>
                  </a:moveTo>
                  <a:cubicBezTo>
                    <a:pt x="2482" y="18"/>
                    <a:pt x="0" y="2501"/>
                    <a:pt x="0" y="5577"/>
                  </a:cubicBezTo>
                  <a:lnTo>
                    <a:pt x="0" y="102284"/>
                  </a:lnTo>
                  <a:cubicBezTo>
                    <a:pt x="0" y="105361"/>
                    <a:pt x="2482" y="107843"/>
                    <a:pt x="5559" y="107860"/>
                  </a:cubicBezTo>
                  <a:lnTo>
                    <a:pt x="81393" y="107860"/>
                  </a:lnTo>
                  <a:cubicBezTo>
                    <a:pt x="84470" y="107843"/>
                    <a:pt x="86952" y="105361"/>
                    <a:pt x="86952" y="102284"/>
                  </a:cubicBezTo>
                  <a:lnTo>
                    <a:pt x="86952" y="5577"/>
                  </a:lnTo>
                  <a:cubicBezTo>
                    <a:pt x="86952" y="2501"/>
                    <a:pt x="84470" y="18"/>
                    <a:pt x="8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8"/>
            <p:cNvSpPr/>
            <p:nvPr/>
          </p:nvSpPr>
          <p:spPr>
            <a:xfrm>
              <a:off x="2810050" y="1616325"/>
              <a:ext cx="1994650" cy="2478000"/>
            </a:xfrm>
            <a:custGeom>
              <a:avLst/>
              <a:gdLst/>
              <a:ahLst/>
              <a:cxnLst/>
              <a:rect l="l" t="t" r="r" b="b"/>
              <a:pathLst>
                <a:path w="79786" h="99120" extrusionOk="0">
                  <a:moveTo>
                    <a:pt x="74961" y="227"/>
                  </a:moveTo>
                  <a:cubicBezTo>
                    <a:pt x="77495" y="227"/>
                    <a:pt x="79576" y="2290"/>
                    <a:pt x="79576" y="4842"/>
                  </a:cubicBezTo>
                  <a:lnTo>
                    <a:pt x="79576" y="94277"/>
                  </a:lnTo>
                  <a:cubicBezTo>
                    <a:pt x="79576" y="96829"/>
                    <a:pt x="77495" y="98892"/>
                    <a:pt x="74961" y="98892"/>
                  </a:cubicBezTo>
                  <a:lnTo>
                    <a:pt x="4843" y="98892"/>
                  </a:lnTo>
                  <a:cubicBezTo>
                    <a:pt x="2291" y="98892"/>
                    <a:pt x="210" y="96829"/>
                    <a:pt x="210" y="94277"/>
                  </a:cubicBezTo>
                  <a:lnTo>
                    <a:pt x="210" y="4842"/>
                  </a:lnTo>
                  <a:cubicBezTo>
                    <a:pt x="210" y="2290"/>
                    <a:pt x="2291" y="227"/>
                    <a:pt x="4843" y="227"/>
                  </a:cubicBezTo>
                  <a:close/>
                  <a:moveTo>
                    <a:pt x="4843" y="0"/>
                  </a:moveTo>
                  <a:cubicBezTo>
                    <a:pt x="2168" y="18"/>
                    <a:pt x="1" y="2168"/>
                    <a:pt x="1" y="4842"/>
                  </a:cubicBezTo>
                  <a:lnTo>
                    <a:pt x="1" y="94277"/>
                  </a:lnTo>
                  <a:cubicBezTo>
                    <a:pt x="1" y="96951"/>
                    <a:pt x="2168" y="99102"/>
                    <a:pt x="4843" y="99119"/>
                  </a:cubicBezTo>
                  <a:lnTo>
                    <a:pt x="74961" y="99119"/>
                  </a:lnTo>
                  <a:cubicBezTo>
                    <a:pt x="77618" y="99102"/>
                    <a:pt x="79786" y="96951"/>
                    <a:pt x="79786" y="94277"/>
                  </a:cubicBezTo>
                  <a:lnTo>
                    <a:pt x="79786" y="4842"/>
                  </a:lnTo>
                  <a:cubicBezTo>
                    <a:pt x="79786" y="2168"/>
                    <a:pt x="77618" y="18"/>
                    <a:pt x="749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8"/>
            <p:cNvSpPr/>
            <p:nvPr/>
          </p:nvSpPr>
          <p:spPr>
            <a:xfrm>
              <a:off x="2501950" y="2406475"/>
              <a:ext cx="100100" cy="30175"/>
            </a:xfrm>
            <a:custGeom>
              <a:avLst/>
              <a:gdLst/>
              <a:ahLst/>
              <a:cxnLst/>
              <a:rect l="l" t="t" r="r" b="b"/>
              <a:pathLst>
                <a:path w="4004" h="1207" extrusionOk="0">
                  <a:moveTo>
                    <a:pt x="0" y="0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8"/>
            <p:cNvSpPr/>
            <p:nvPr/>
          </p:nvSpPr>
          <p:spPr>
            <a:xfrm>
              <a:off x="2501950" y="2341800"/>
              <a:ext cx="100100" cy="30175"/>
            </a:xfrm>
            <a:custGeom>
              <a:avLst/>
              <a:gdLst/>
              <a:ahLst/>
              <a:cxnLst/>
              <a:rect l="l" t="t" r="r" b="b"/>
              <a:pathLst>
                <a:path w="4004" h="1207" extrusionOk="0">
                  <a:moveTo>
                    <a:pt x="0" y="0"/>
                  </a:moveTo>
                  <a:lnTo>
                    <a:pt x="0" y="1206"/>
                  </a:lnTo>
                  <a:lnTo>
                    <a:pt x="4004" y="1206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8"/>
            <p:cNvSpPr/>
            <p:nvPr/>
          </p:nvSpPr>
          <p:spPr>
            <a:xfrm>
              <a:off x="2501950" y="2471150"/>
              <a:ext cx="100100" cy="30175"/>
            </a:xfrm>
            <a:custGeom>
              <a:avLst/>
              <a:gdLst/>
              <a:ahLst/>
              <a:cxnLst/>
              <a:rect l="l" t="t" r="r" b="b"/>
              <a:pathLst>
                <a:path w="4004" h="1207" extrusionOk="0">
                  <a:moveTo>
                    <a:pt x="0" y="1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8"/>
            <p:cNvSpPr/>
            <p:nvPr/>
          </p:nvSpPr>
          <p:spPr>
            <a:xfrm>
              <a:off x="2501950" y="2535400"/>
              <a:ext cx="100100" cy="30600"/>
            </a:xfrm>
            <a:custGeom>
              <a:avLst/>
              <a:gdLst/>
              <a:ahLst/>
              <a:cxnLst/>
              <a:rect l="l" t="t" r="r" b="b"/>
              <a:pathLst>
                <a:path w="4004" h="1224" extrusionOk="0">
                  <a:moveTo>
                    <a:pt x="0" y="0"/>
                  </a:moveTo>
                  <a:lnTo>
                    <a:pt x="0" y="1224"/>
                  </a:lnTo>
                  <a:lnTo>
                    <a:pt x="4004" y="1224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8"/>
            <p:cNvSpPr/>
            <p:nvPr/>
          </p:nvSpPr>
          <p:spPr>
            <a:xfrm>
              <a:off x="2501950" y="2600075"/>
              <a:ext cx="100100" cy="30625"/>
            </a:xfrm>
            <a:custGeom>
              <a:avLst/>
              <a:gdLst/>
              <a:ahLst/>
              <a:cxnLst/>
              <a:rect l="l" t="t" r="r" b="b"/>
              <a:pathLst>
                <a:path w="4004" h="1225" extrusionOk="0">
                  <a:moveTo>
                    <a:pt x="0" y="1"/>
                  </a:moveTo>
                  <a:lnTo>
                    <a:pt x="0" y="1224"/>
                  </a:lnTo>
                  <a:lnTo>
                    <a:pt x="4004" y="1224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8"/>
            <p:cNvSpPr/>
            <p:nvPr/>
          </p:nvSpPr>
          <p:spPr>
            <a:xfrm>
              <a:off x="2501950" y="2083075"/>
              <a:ext cx="100100" cy="30175"/>
            </a:xfrm>
            <a:custGeom>
              <a:avLst/>
              <a:gdLst/>
              <a:ahLst/>
              <a:cxnLst/>
              <a:rect l="l" t="t" r="r" b="b"/>
              <a:pathLst>
                <a:path w="4004" h="1207" extrusionOk="0">
                  <a:moveTo>
                    <a:pt x="0" y="0"/>
                  </a:moveTo>
                  <a:lnTo>
                    <a:pt x="0" y="1206"/>
                  </a:lnTo>
                  <a:lnTo>
                    <a:pt x="4004" y="1206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8"/>
            <p:cNvSpPr/>
            <p:nvPr/>
          </p:nvSpPr>
          <p:spPr>
            <a:xfrm>
              <a:off x="2501950" y="2018375"/>
              <a:ext cx="100100" cy="30200"/>
            </a:xfrm>
            <a:custGeom>
              <a:avLst/>
              <a:gdLst/>
              <a:ahLst/>
              <a:cxnLst/>
              <a:rect l="l" t="t" r="r" b="b"/>
              <a:pathLst>
                <a:path w="4004" h="1208" extrusionOk="0">
                  <a:moveTo>
                    <a:pt x="0" y="1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2501950" y="2147750"/>
              <a:ext cx="100100" cy="30175"/>
            </a:xfrm>
            <a:custGeom>
              <a:avLst/>
              <a:gdLst/>
              <a:ahLst/>
              <a:cxnLst/>
              <a:rect l="l" t="t" r="r" b="b"/>
              <a:pathLst>
                <a:path w="4004" h="1207" extrusionOk="0">
                  <a:moveTo>
                    <a:pt x="0" y="0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8"/>
            <p:cNvSpPr/>
            <p:nvPr/>
          </p:nvSpPr>
          <p:spPr>
            <a:xfrm>
              <a:off x="2501950" y="2212425"/>
              <a:ext cx="100100" cy="30175"/>
            </a:xfrm>
            <a:custGeom>
              <a:avLst/>
              <a:gdLst/>
              <a:ahLst/>
              <a:cxnLst/>
              <a:rect l="l" t="t" r="r" b="b"/>
              <a:pathLst>
                <a:path w="4004" h="1207" extrusionOk="0">
                  <a:moveTo>
                    <a:pt x="0" y="1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8"/>
            <p:cNvSpPr/>
            <p:nvPr/>
          </p:nvSpPr>
          <p:spPr>
            <a:xfrm>
              <a:off x="2501950" y="2277100"/>
              <a:ext cx="100100" cy="30200"/>
            </a:xfrm>
            <a:custGeom>
              <a:avLst/>
              <a:gdLst/>
              <a:ahLst/>
              <a:cxnLst/>
              <a:rect l="l" t="t" r="r" b="b"/>
              <a:pathLst>
                <a:path w="4004" h="1208" extrusionOk="0">
                  <a:moveTo>
                    <a:pt x="0" y="1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8"/>
            <p:cNvSpPr/>
            <p:nvPr/>
          </p:nvSpPr>
          <p:spPr>
            <a:xfrm>
              <a:off x="2501950" y="1759650"/>
              <a:ext cx="100100" cy="30200"/>
            </a:xfrm>
            <a:custGeom>
              <a:avLst/>
              <a:gdLst/>
              <a:ahLst/>
              <a:cxnLst/>
              <a:rect l="l" t="t" r="r" b="b"/>
              <a:pathLst>
                <a:path w="4004" h="1208" extrusionOk="0">
                  <a:moveTo>
                    <a:pt x="0" y="1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8"/>
            <p:cNvSpPr/>
            <p:nvPr/>
          </p:nvSpPr>
          <p:spPr>
            <a:xfrm>
              <a:off x="2501950" y="1694975"/>
              <a:ext cx="100100" cy="30175"/>
            </a:xfrm>
            <a:custGeom>
              <a:avLst/>
              <a:gdLst/>
              <a:ahLst/>
              <a:cxnLst/>
              <a:rect l="l" t="t" r="r" b="b"/>
              <a:pathLst>
                <a:path w="4004" h="1207" extrusionOk="0">
                  <a:moveTo>
                    <a:pt x="0" y="1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8"/>
            <p:cNvSpPr/>
            <p:nvPr/>
          </p:nvSpPr>
          <p:spPr>
            <a:xfrm>
              <a:off x="2501950" y="1824350"/>
              <a:ext cx="100100" cy="30175"/>
            </a:xfrm>
            <a:custGeom>
              <a:avLst/>
              <a:gdLst/>
              <a:ahLst/>
              <a:cxnLst/>
              <a:rect l="l" t="t" r="r" b="b"/>
              <a:pathLst>
                <a:path w="4004" h="1207" extrusionOk="0">
                  <a:moveTo>
                    <a:pt x="0" y="0"/>
                  </a:moveTo>
                  <a:lnTo>
                    <a:pt x="0" y="1206"/>
                  </a:lnTo>
                  <a:lnTo>
                    <a:pt x="4004" y="1206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8"/>
            <p:cNvSpPr/>
            <p:nvPr/>
          </p:nvSpPr>
          <p:spPr>
            <a:xfrm>
              <a:off x="2501950" y="1889025"/>
              <a:ext cx="100100" cy="30175"/>
            </a:xfrm>
            <a:custGeom>
              <a:avLst/>
              <a:gdLst/>
              <a:ahLst/>
              <a:cxnLst/>
              <a:rect l="l" t="t" r="r" b="b"/>
              <a:pathLst>
                <a:path w="4004" h="1207" extrusionOk="0">
                  <a:moveTo>
                    <a:pt x="0" y="0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8"/>
            <p:cNvSpPr/>
            <p:nvPr/>
          </p:nvSpPr>
          <p:spPr>
            <a:xfrm>
              <a:off x="2501950" y="1953700"/>
              <a:ext cx="100100" cy="30175"/>
            </a:xfrm>
            <a:custGeom>
              <a:avLst/>
              <a:gdLst/>
              <a:ahLst/>
              <a:cxnLst/>
              <a:rect l="l" t="t" r="r" b="b"/>
              <a:pathLst>
                <a:path w="4004" h="1207" extrusionOk="0">
                  <a:moveTo>
                    <a:pt x="0" y="1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8"/>
            <p:cNvSpPr/>
            <p:nvPr/>
          </p:nvSpPr>
          <p:spPr>
            <a:xfrm>
              <a:off x="2501950" y="2668250"/>
              <a:ext cx="100100" cy="1423000"/>
            </a:xfrm>
            <a:custGeom>
              <a:avLst/>
              <a:gdLst/>
              <a:ahLst/>
              <a:cxnLst/>
              <a:rect l="l" t="t" r="r" b="b"/>
              <a:pathLst>
                <a:path w="4004" h="56920" extrusionOk="0">
                  <a:moveTo>
                    <a:pt x="0" y="1"/>
                  </a:moveTo>
                  <a:lnTo>
                    <a:pt x="0" y="56920"/>
                  </a:lnTo>
                  <a:lnTo>
                    <a:pt x="4004" y="56920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9" name="Google Shape;529;p28"/>
          <p:cNvGrpSpPr/>
          <p:nvPr/>
        </p:nvGrpSpPr>
        <p:grpSpPr>
          <a:xfrm>
            <a:off x="7686104" y="-476250"/>
            <a:ext cx="2291257" cy="2922300"/>
            <a:chOff x="4882900" y="-64350"/>
            <a:chExt cx="2493750" cy="2922300"/>
          </a:xfrm>
        </p:grpSpPr>
        <p:sp>
          <p:nvSpPr>
            <p:cNvPr id="530" name="Google Shape;530;p28"/>
            <p:cNvSpPr/>
            <p:nvPr/>
          </p:nvSpPr>
          <p:spPr>
            <a:xfrm>
              <a:off x="4882900" y="2852675"/>
              <a:ext cx="2493750" cy="5275"/>
            </a:xfrm>
            <a:custGeom>
              <a:avLst/>
              <a:gdLst/>
              <a:ahLst/>
              <a:cxnLst/>
              <a:rect l="l" t="t" r="r" b="b"/>
              <a:pathLst>
                <a:path w="99750" h="211" extrusionOk="0">
                  <a:moveTo>
                    <a:pt x="1" y="1"/>
                  </a:moveTo>
                  <a:lnTo>
                    <a:pt x="1" y="210"/>
                  </a:lnTo>
                  <a:lnTo>
                    <a:pt x="99749" y="210"/>
                  </a:lnTo>
                  <a:lnTo>
                    <a:pt x="9974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8"/>
            <p:cNvSpPr/>
            <p:nvPr/>
          </p:nvSpPr>
          <p:spPr>
            <a:xfrm>
              <a:off x="4987800" y="-64350"/>
              <a:ext cx="1082975" cy="2914922"/>
            </a:xfrm>
            <a:custGeom>
              <a:avLst/>
              <a:gdLst/>
              <a:ahLst/>
              <a:cxnLst/>
              <a:rect l="l" t="t" r="r" b="b"/>
              <a:pathLst>
                <a:path w="43319" h="94995" extrusionOk="0">
                  <a:moveTo>
                    <a:pt x="0" y="1"/>
                  </a:moveTo>
                  <a:lnTo>
                    <a:pt x="0" y="30716"/>
                  </a:lnTo>
                  <a:lnTo>
                    <a:pt x="43127" y="30716"/>
                  </a:lnTo>
                  <a:lnTo>
                    <a:pt x="43127" y="94994"/>
                  </a:lnTo>
                  <a:lnTo>
                    <a:pt x="43319" y="94994"/>
                  </a:lnTo>
                  <a:lnTo>
                    <a:pt x="43319" y="30523"/>
                  </a:lnTo>
                  <a:lnTo>
                    <a:pt x="210" y="30523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8"/>
            <p:cNvSpPr/>
            <p:nvPr/>
          </p:nvSpPr>
          <p:spPr>
            <a:xfrm>
              <a:off x="6127150" y="2700150"/>
              <a:ext cx="105350" cy="107100"/>
            </a:xfrm>
            <a:custGeom>
              <a:avLst/>
              <a:gdLst/>
              <a:ahLst/>
              <a:cxnLst/>
              <a:rect l="l" t="t" r="r" b="b"/>
              <a:pathLst>
                <a:path w="4214" h="4284" extrusionOk="0">
                  <a:moveTo>
                    <a:pt x="0" y="1"/>
                  </a:moveTo>
                  <a:lnTo>
                    <a:pt x="0" y="4284"/>
                  </a:lnTo>
                  <a:lnTo>
                    <a:pt x="4213" y="4284"/>
                  </a:lnTo>
                  <a:lnTo>
                    <a:pt x="4213" y="4074"/>
                  </a:lnTo>
                  <a:lnTo>
                    <a:pt x="210" y="4074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8"/>
            <p:cNvSpPr/>
            <p:nvPr/>
          </p:nvSpPr>
          <p:spPr>
            <a:xfrm>
              <a:off x="5950575" y="939175"/>
              <a:ext cx="76075" cy="78250"/>
            </a:xfrm>
            <a:custGeom>
              <a:avLst/>
              <a:gdLst/>
              <a:ahLst/>
              <a:cxnLst/>
              <a:rect l="l" t="t" r="r" b="b"/>
              <a:pathLst>
                <a:path w="3043" h="3130" extrusionOk="0">
                  <a:moveTo>
                    <a:pt x="1" y="0"/>
                  </a:moveTo>
                  <a:lnTo>
                    <a:pt x="1" y="210"/>
                  </a:lnTo>
                  <a:lnTo>
                    <a:pt x="2833" y="210"/>
                  </a:lnTo>
                  <a:lnTo>
                    <a:pt x="2833" y="3130"/>
                  </a:lnTo>
                  <a:lnTo>
                    <a:pt x="3042" y="3130"/>
                  </a:lnTo>
                  <a:lnTo>
                    <a:pt x="304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8"/>
            <p:cNvSpPr/>
            <p:nvPr/>
          </p:nvSpPr>
          <p:spPr>
            <a:xfrm>
              <a:off x="5032375" y="744525"/>
              <a:ext cx="77800" cy="78250"/>
            </a:xfrm>
            <a:custGeom>
              <a:avLst/>
              <a:gdLst/>
              <a:ahLst/>
              <a:cxnLst/>
              <a:rect l="l" t="t" r="r" b="b"/>
              <a:pathLst>
                <a:path w="3112" h="3130" extrusionOk="0">
                  <a:moveTo>
                    <a:pt x="0" y="1"/>
                  </a:moveTo>
                  <a:lnTo>
                    <a:pt x="0" y="3130"/>
                  </a:lnTo>
                  <a:lnTo>
                    <a:pt x="3112" y="3130"/>
                  </a:lnTo>
                  <a:lnTo>
                    <a:pt x="3112" y="2920"/>
                  </a:lnTo>
                  <a:lnTo>
                    <a:pt x="193" y="2920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1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Database Design</a:t>
            </a:r>
            <a:endParaRPr dirty="0"/>
          </a:p>
        </p:txBody>
      </p:sp>
      <p:sp>
        <p:nvSpPr>
          <p:cNvPr id="676" name="Google Shape;676;p31"/>
          <p:cNvSpPr txBox="1">
            <a:spLocks noGrp="1"/>
          </p:cNvSpPr>
          <p:nvPr>
            <p:ph type="ctrTitle" idx="4294967295"/>
          </p:nvPr>
        </p:nvSpPr>
        <p:spPr>
          <a:xfrm>
            <a:off x="897815" y="1234043"/>
            <a:ext cx="2235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-US" sz="1800" dirty="0">
                <a:solidFill>
                  <a:schemeClr val="accent1"/>
                </a:solidFill>
              </a:rPr>
              <a:t>7 main tables created</a:t>
            </a:r>
            <a:endParaRPr sz="1800" dirty="0">
              <a:solidFill>
                <a:schemeClr val="accent1"/>
              </a:solidFill>
            </a:endParaRPr>
          </a:p>
        </p:txBody>
      </p:sp>
      <p:sp>
        <p:nvSpPr>
          <p:cNvPr id="677" name="Google Shape;677;p31"/>
          <p:cNvSpPr txBox="1">
            <a:spLocks noGrp="1"/>
          </p:cNvSpPr>
          <p:nvPr>
            <p:ph type="subTitle" idx="4294967295"/>
          </p:nvPr>
        </p:nvSpPr>
        <p:spPr>
          <a:xfrm>
            <a:off x="618826" y="1423164"/>
            <a:ext cx="3327532" cy="2578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/>
            <a:r>
              <a:rPr lang="en-US" dirty="0"/>
              <a:t>Primary keys are auto-increment</a:t>
            </a:r>
            <a:endParaRPr lang="ru-RU" dirty="0"/>
          </a:p>
          <a:p>
            <a:pPr lvl="1"/>
            <a:r>
              <a:rPr lang="en-US" dirty="0"/>
              <a:t>Foreign keys enforce relationships</a:t>
            </a:r>
          </a:p>
          <a:p>
            <a:pPr lvl="1"/>
            <a:r>
              <a:rPr lang="en-US" dirty="0"/>
              <a:t>Data types include INT, VARCHAR, DATETIME, DECIMAL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0B8A5-E2A0-4AB4-B2A3-C87808F4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508" y="1430693"/>
            <a:ext cx="2482299" cy="7630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7E8920-2A0C-71D6-36A0-72F5A17BB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807" y="2861310"/>
            <a:ext cx="21717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3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Many-to-Many Relationship</a:t>
            </a:r>
            <a:endParaRPr dirty="0"/>
          </a:p>
        </p:txBody>
      </p:sp>
      <p:sp>
        <p:nvSpPr>
          <p:cNvPr id="701" name="Google Shape;701;p33"/>
          <p:cNvSpPr txBox="1">
            <a:spLocks noGrp="1"/>
          </p:cNvSpPr>
          <p:nvPr>
            <p:ph type="ctrTitle" idx="4294967295"/>
          </p:nvPr>
        </p:nvSpPr>
        <p:spPr>
          <a:xfrm>
            <a:off x="4682002" y="1739848"/>
            <a:ext cx="2275687" cy="60892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1600" dirty="0"/>
              <a:t>Implemented via the </a:t>
            </a:r>
            <a:r>
              <a:rPr lang="en-US" sz="1600" dirty="0" err="1"/>
              <a:t>OrderItems</a:t>
            </a:r>
            <a:r>
              <a:rPr lang="en-US" sz="1600" dirty="0"/>
              <a:t> junction table</a:t>
            </a:r>
          </a:p>
        </p:txBody>
      </p:sp>
      <p:sp>
        <p:nvSpPr>
          <p:cNvPr id="703" name="Google Shape;703;p33"/>
          <p:cNvSpPr/>
          <p:nvPr/>
        </p:nvSpPr>
        <p:spPr>
          <a:xfrm>
            <a:off x="5439938" y="1337773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33"/>
          <p:cNvSpPr txBox="1">
            <a:spLocks noGrp="1"/>
          </p:cNvSpPr>
          <p:nvPr>
            <p:ph type="ctrTitle" idx="4294967295"/>
          </p:nvPr>
        </p:nvSpPr>
        <p:spPr>
          <a:xfrm>
            <a:off x="6484933" y="2594476"/>
            <a:ext cx="2040300" cy="6091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1800" dirty="0"/>
              <a:t>Connects Orders and Products</a:t>
            </a:r>
            <a:endParaRPr sz="1800" dirty="0"/>
          </a:p>
        </p:txBody>
      </p:sp>
      <p:sp>
        <p:nvSpPr>
          <p:cNvPr id="706" name="Google Shape;706;p33"/>
          <p:cNvSpPr/>
          <p:nvPr/>
        </p:nvSpPr>
        <p:spPr>
          <a:xfrm>
            <a:off x="7379613" y="2192401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33"/>
          <p:cNvSpPr txBox="1">
            <a:spLocks noGrp="1"/>
          </p:cNvSpPr>
          <p:nvPr>
            <p:ph type="ctrTitle" idx="4294967295"/>
          </p:nvPr>
        </p:nvSpPr>
        <p:spPr>
          <a:xfrm>
            <a:off x="4572001" y="3449299"/>
            <a:ext cx="1912932" cy="60892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1" algn="ctr"/>
            <a:r>
              <a:rPr lang="en-US" sz="1600" dirty="0"/>
              <a:t>Supports multiple products per order</a:t>
            </a:r>
          </a:p>
        </p:txBody>
      </p:sp>
      <p:sp>
        <p:nvSpPr>
          <p:cNvPr id="709" name="Google Shape;709;p33"/>
          <p:cNvSpPr/>
          <p:nvPr/>
        </p:nvSpPr>
        <p:spPr>
          <a:xfrm>
            <a:off x="5439938" y="3047225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77AE63-3074-3BF8-AE6E-E95183082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87" y="1073792"/>
            <a:ext cx="1581420" cy="1054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92B163-CE85-840E-E4B7-1E336A23E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8657" y="2096213"/>
            <a:ext cx="1581421" cy="1354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8FFADA-E06F-759F-8FF3-0FB3801626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313" y="3015428"/>
            <a:ext cx="1581421" cy="14766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7"/>
          <p:cNvSpPr txBox="1">
            <a:spLocks noGrp="1"/>
          </p:cNvSpPr>
          <p:nvPr>
            <p:ph type="ctrTitle" idx="13"/>
          </p:nvPr>
        </p:nvSpPr>
        <p:spPr>
          <a:xfrm>
            <a:off x="5985786" y="3396800"/>
            <a:ext cx="2433718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dirty="0"/>
              <a:t>Index on </a:t>
            </a:r>
            <a:r>
              <a:rPr lang="en-US" dirty="0" err="1"/>
              <a:t>ProductID</a:t>
            </a:r>
            <a:r>
              <a:rPr lang="en-US" dirty="0"/>
              <a:t> in </a:t>
            </a:r>
            <a:r>
              <a:rPr lang="en-US" dirty="0" err="1"/>
              <a:t>OrderItems</a:t>
            </a:r>
            <a:endParaRPr dirty="0"/>
          </a:p>
        </p:txBody>
      </p:sp>
      <p:sp>
        <p:nvSpPr>
          <p:cNvPr id="474" name="Google Shape;474;p27"/>
          <p:cNvSpPr txBox="1">
            <a:spLocks noGrp="1"/>
          </p:cNvSpPr>
          <p:nvPr>
            <p:ph type="ctrTitle" idx="4"/>
          </p:nvPr>
        </p:nvSpPr>
        <p:spPr>
          <a:xfrm>
            <a:off x="3094435" y="3396800"/>
            <a:ext cx="2493851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dirty="0"/>
              <a:t>Index on </a:t>
            </a:r>
            <a:r>
              <a:rPr lang="en-US" dirty="0" err="1"/>
              <a:t>CustomerID</a:t>
            </a:r>
            <a:r>
              <a:rPr lang="en-US" dirty="0"/>
              <a:t> in Orders</a:t>
            </a:r>
            <a:endParaRPr dirty="0"/>
          </a:p>
        </p:txBody>
      </p:sp>
      <p:sp>
        <p:nvSpPr>
          <p:cNvPr id="475" name="Google Shape;475;p27"/>
          <p:cNvSpPr txBox="1">
            <a:spLocks noGrp="1"/>
          </p:cNvSpPr>
          <p:nvPr>
            <p:ph type="ctrTitle"/>
          </p:nvPr>
        </p:nvSpPr>
        <p:spPr>
          <a:xfrm>
            <a:off x="137504" y="3396800"/>
            <a:ext cx="3238296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dirty="0"/>
              <a:t>Unique email index for Customers</a:t>
            </a:r>
          </a:p>
        </p:txBody>
      </p:sp>
      <p:sp>
        <p:nvSpPr>
          <p:cNvPr id="477" name="Google Shape;477;p27"/>
          <p:cNvSpPr txBox="1">
            <a:spLocks noGrp="1"/>
          </p:cNvSpPr>
          <p:nvPr>
            <p:ph type="title" idx="3"/>
          </p:nvPr>
        </p:nvSpPr>
        <p:spPr>
          <a:xfrm>
            <a:off x="1223300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79" name="Google Shape;479;p27"/>
          <p:cNvSpPr txBox="1">
            <a:spLocks noGrp="1"/>
          </p:cNvSpPr>
          <p:nvPr>
            <p:ph type="title" idx="6"/>
          </p:nvPr>
        </p:nvSpPr>
        <p:spPr>
          <a:xfrm>
            <a:off x="3942827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0" name="Google Shape;480;p27"/>
          <p:cNvSpPr txBox="1">
            <a:spLocks noGrp="1"/>
          </p:cNvSpPr>
          <p:nvPr>
            <p:ph type="ctrTitle" idx="7"/>
          </p:nvPr>
        </p:nvSpPr>
        <p:spPr>
          <a:xfrm>
            <a:off x="618825" y="411675"/>
            <a:ext cx="4576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Indexes</a:t>
            </a:r>
            <a:endParaRPr dirty="0"/>
          </a:p>
        </p:txBody>
      </p:sp>
      <p:sp>
        <p:nvSpPr>
          <p:cNvPr id="481" name="Google Shape;481;p27"/>
          <p:cNvSpPr txBox="1">
            <a:spLocks noGrp="1"/>
          </p:cNvSpPr>
          <p:nvPr>
            <p:ph type="title" idx="9"/>
          </p:nvPr>
        </p:nvSpPr>
        <p:spPr>
          <a:xfrm>
            <a:off x="6665704" y="2645887"/>
            <a:ext cx="824104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485" name="Google Shape;485;p27"/>
          <p:cNvCxnSpPr>
            <a:cxnSpLocks/>
            <a:stCxn id="3" idx="1"/>
            <a:endCxn id="477" idx="1"/>
          </p:cNvCxnSpPr>
          <p:nvPr/>
        </p:nvCxnSpPr>
        <p:spPr>
          <a:xfrm rot="10800000" flipV="1">
            <a:off x="1223301" y="1953127"/>
            <a:ext cx="648955" cy="981659"/>
          </a:xfrm>
          <a:prstGeom prst="bentConnector3">
            <a:avLst>
              <a:gd name="adj1" fmla="val 13522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6" name="Google Shape;486;p27"/>
          <p:cNvCxnSpPr>
            <a:cxnSpLocks/>
            <a:stCxn id="3" idx="2"/>
            <a:endCxn id="479" idx="1"/>
          </p:cNvCxnSpPr>
          <p:nvPr/>
        </p:nvCxnSpPr>
        <p:spPr>
          <a:xfrm rot="5400000">
            <a:off x="3813168" y="2416602"/>
            <a:ext cx="647845" cy="388525"/>
          </a:xfrm>
          <a:prstGeom prst="bentConnector4">
            <a:avLst>
              <a:gd name="adj1" fmla="val 27703"/>
              <a:gd name="adj2" fmla="val 15883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7" name="Google Shape;487;p27"/>
          <p:cNvCxnSpPr>
            <a:cxnSpLocks/>
            <a:stCxn id="3" idx="3"/>
            <a:endCxn id="481" idx="3"/>
          </p:cNvCxnSpPr>
          <p:nvPr/>
        </p:nvCxnSpPr>
        <p:spPr>
          <a:xfrm>
            <a:off x="6790449" y="1953128"/>
            <a:ext cx="699359" cy="981659"/>
          </a:xfrm>
          <a:prstGeom prst="bentConnector3">
            <a:avLst>
              <a:gd name="adj1" fmla="val 13268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8" name="Google Shape;488;p27"/>
          <p:cNvSpPr/>
          <p:nvPr/>
        </p:nvSpPr>
        <p:spPr>
          <a:xfrm>
            <a:off x="2276000" y="1324712"/>
            <a:ext cx="238733" cy="238031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7"/>
          <p:cNvSpPr/>
          <p:nvPr/>
        </p:nvSpPr>
        <p:spPr>
          <a:xfrm>
            <a:off x="7489808" y="2386862"/>
            <a:ext cx="238733" cy="238031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1" name="Google Shape;491;p27"/>
          <p:cNvGrpSpPr/>
          <p:nvPr/>
        </p:nvGrpSpPr>
        <p:grpSpPr>
          <a:xfrm>
            <a:off x="4075558" y="1684660"/>
            <a:ext cx="577210" cy="580282"/>
            <a:chOff x="3095745" y="3805393"/>
            <a:chExt cx="352840" cy="354717"/>
          </a:xfrm>
        </p:grpSpPr>
        <p:sp>
          <p:nvSpPr>
            <p:cNvPr id="492" name="Google Shape;492;p27"/>
            <p:cNvSpPr/>
            <p:nvPr/>
          </p:nvSpPr>
          <p:spPr>
            <a:xfrm>
              <a:off x="3095745" y="3805393"/>
              <a:ext cx="272093" cy="271711"/>
            </a:xfrm>
            <a:custGeom>
              <a:avLst/>
              <a:gdLst/>
              <a:ahLst/>
              <a:cxnLst/>
              <a:rect l="l" t="t" r="r" b="b"/>
              <a:pathLst>
                <a:path w="8549" h="8537" extrusionOk="0">
                  <a:moveTo>
                    <a:pt x="4025" y="0"/>
                  </a:moveTo>
                  <a:cubicBezTo>
                    <a:pt x="3763" y="0"/>
                    <a:pt x="3525" y="179"/>
                    <a:pt x="3489" y="441"/>
                  </a:cubicBezTo>
                  <a:lnTo>
                    <a:pt x="3322" y="1262"/>
                  </a:lnTo>
                  <a:cubicBezTo>
                    <a:pt x="3155" y="1322"/>
                    <a:pt x="2977" y="1381"/>
                    <a:pt x="2834" y="1465"/>
                  </a:cubicBezTo>
                  <a:lnTo>
                    <a:pt x="2132" y="1012"/>
                  </a:lnTo>
                  <a:cubicBezTo>
                    <a:pt x="2036" y="947"/>
                    <a:pt x="1929" y="915"/>
                    <a:pt x="1825" y="915"/>
                  </a:cubicBezTo>
                  <a:cubicBezTo>
                    <a:pt x="1683" y="915"/>
                    <a:pt x="1544" y="974"/>
                    <a:pt x="1441" y="1084"/>
                  </a:cubicBezTo>
                  <a:lnTo>
                    <a:pt x="1084" y="1441"/>
                  </a:lnTo>
                  <a:cubicBezTo>
                    <a:pt x="905" y="1619"/>
                    <a:pt x="881" y="1917"/>
                    <a:pt x="1012" y="2119"/>
                  </a:cubicBezTo>
                  <a:lnTo>
                    <a:pt x="1477" y="2822"/>
                  </a:lnTo>
                  <a:cubicBezTo>
                    <a:pt x="1381" y="2989"/>
                    <a:pt x="1322" y="3155"/>
                    <a:pt x="1262" y="3310"/>
                  </a:cubicBezTo>
                  <a:lnTo>
                    <a:pt x="453" y="3477"/>
                  </a:lnTo>
                  <a:cubicBezTo>
                    <a:pt x="191" y="3524"/>
                    <a:pt x="0" y="3763"/>
                    <a:pt x="0" y="4013"/>
                  </a:cubicBezTo>
                  <a:lnTo>
                    <a:pt x="0" y="4525"/>
                  </a:lnTo>
                  <a:cubicBezTo>
                    <a:pt x="0" y="4775"/>
                    <a:pt x="179" y="5013"/>
                    <a:pt x="453" y="5060"/>
                  </a:cubicBezTo>
                  <a:lnTo>
                    <a:pt x="1262" y="5215"/>
                  </a:lnTo>
                  <a:cubicBezTo>
                    <a:pt x="1322" y="5382"/>
                    <a:pt x="1381" y="5560"/>
                    <a:pt x="1477" y="5715"/>
                  </a:cubicBezTo>
                  <a:lnTo>
                    <a:pt x="1012" y="6406"/>
                  </a:lnTo>
                  <a:cubicBezTo>
                    <a:pt x="869" y="6632"/>
                    <a:pt x="893" y="6918"/>
                    <a:pt x="1084" y="7096"/>
                  </a:cubicBezTo>
                  <a:lnTo>
                    <a:pt x="1441" y="7453"/>
                  </a:lnTo>
                  <a:cubicBezTo>
                    <a:pt x="1544" y="7557"/>
                    <a:pt x="1687" y="7608"/>
                    <a:pt x="1830" y="7608"/>
                  </a:cubicBezTo>
                  <a:cubicBezTo>
                    <a:pt x="1935" y="7608"/>
                    <a:pt x="2041" y="7580"/>
                    <a:pt x="2132" y="7525"/>
                  </a:cubicBezTo>
                  <a:lnTo>
                    <a:pt x="2834" y="7061"/>
                  </a:lnTo>
                  <a:cubicBezTo>
                    <a:pt x="2989" y="7156"/>
                    <a:pt x="3155" y="7215"/>
                    <a:pt x="3322" y="7275"/>
                  </a:cubicBezTo>
                  <a:lnTo>
                    <a:pt x="3489" y="8096"/>
                  </a:lnTo>
                  <a:cubicBezTo>
                    <a:pt x="3525" y="8346"/>
                    <a:pt x="3763" y="8537"/>
                    <a:pt x="4025" y="8537"/>
                  </a:cubicBezTo>
                  <a:lnTo>
                    <a:pt x="4525" y="8537"/>
                  </a:lnTo>
                  <a:cubicBezTo>
                    <a:pt x="4775" y="8537"/>
                    <a:pt x="5013" y="8358"/>
                    <a:pt x="5060" y="8096"/>
                  </a:cubicBezTo>
                  <a:lnTo>
                    <a:pt x="5227" y="7275"/>
                  </a:lnTo>
                  <a:cubicBezTo>
                    <a:pt x="5358" y="7227"/>
                    <a:pt x="5489" y="7180"/>
                    <a:pt x="5632" y="7120"/>
                  </a:cubicBezTo>
                  <a:cubicBezTo>
                    <a:pt x="5692" y="7084"/>
                    <a:pt x="5727" y="6977"/>
                    <a:pt x="5692" y="6894"/>
                  </a:cubicBezTo>
                  <a:cubicBezTo>
                    <a:pt x="5655" y="6821"/>
                    <a:pt x="5584" y="6790"/>
                    <a:pt x="5515" y="6790"/>
                  </a:cubicBezTo>
                  <a:cubicBezTo>
                    <a:pt x="5494" y="6790"/>
                    <a:pt x="5473" y="6793"/>
                    <a:pt x="5453" y="6799"/>
                  </a:cubicBezTo>
                  <a:cubicBezTo>
                    <a:pt x="5299" y="6870"/>
                    <a:pt x="5156" y="6918"/>
                    <a:pt x="5001" y="6965"/>
                  </a:cubicBezTo>
                  <a:cubicBezTo>
                    <a:pt x="4941" y="6977"/>
                    <a:pt x="4882" y="7037"/>
                    <a:pt x="4882" y="7096"/>
                  </a:cubicBezTo>
                  <a:lnTo>
                    <a:pt x="4703" y="8025"/>
                  </a:lnTo>
                  <a:cubicBezTo>
                    <a:pt x="4691" y="8108"/>
                    <a:pt x="4596" y="8180"/>
                    <a:pt x="4513" y="8180"/>
                  </a:cubicBezTo>
                  <a:lnTo>
                    <a:pt x="4001" y="8180"/>
                  </a:lnTo>
                  <a:cubicBezTo>
                    <a:pt x="3917" y="8180"/>
                    <a:pt x="3822" y="8120"/>
                    <a:pt x="3810" y="8025"/>
                  </a:cubicBezTo>
                  <a:lnTo>
                    <a:pt x="3632" y="7096"/>
                  </a:lnTo>
                  <a:cubicBezTo>
                    <a:pt x="3620" y="7037"/>
                    <a:pt x="3572" y="6977"/>
                    <a:pt x="3513" y="6965"/>
                  </a:cubicBezTo>
                  <a:cubicBezTo>
                    <a:pt x="3310" y="6906"/>
                    <a:pt x="3096" y="6811"/>
                    <a:pt x="2905" y="6703"/>
                  </a:cubicBezTo>
                  <a:cubicBezTo>
                    <a:pt x="2876" y="6691"/>
                    <a:pt x="2843" y="6686"/>
                    <a:pt x="2812" y="6686"/>
                  </a:cubicBezTo>
                  <a:cubicBezTo>
                    <a:pt x="2780" y="6686"/>
                    <a:pt x="2751" y="6691"/>
                    <a:pt x="2727" y="6703"/>
                  </a:cubicBezTo>
                  <a:lnTo>
                    <a:pt x="1941" y="7227"/>
                  </a:lnTo>
                  <a:cubicBezTo>
                    <a:pt x="1904" y="7249"/>
                    <a:pt x="1864" y="7260"/>
                    <a:pt x="1824" y="7260"/>
                  </a:cubicBezTo>
                  <a:cubicBezTo>
                    <a:pt x="1774" y="7260"/>
                    <a:pt x="1725" y="7243"/>
                    <a:pt x="1679" y="7203"/>
                  </a:cubicBezTo>
                  <a:lnTo>
                    <a:pt x="1322" y="6846"/>
                  </a:lnTo>
                  <a:cubicBezTo>
                    <a:pt x="1262" y="6787"/>
                    <a:pt x="1250" y="6680"/>
                    <a:pt x="1298" y="6584"/>
                  </a:cubicBezTo>
                  <a:lnTo>
                    <a:pt x="1822" y="5799"/>
                  </a:lnTo>
                  <a:cubicBezTo>
                    <a:pt x="1846" y="5739"/>
                    <a:pt x="1858" y="5679"/>
                    <a:pt x="1822" y="5620"/>
                  </a:cubicBezTo>
                  <a:cubicBezTo>
                    <a:pt x="1715" y="5429"/>
                    <a:pt x="1620" y="5215"/>
                    <a:pt x="1560" y="5013"/>
                  </a:cubicBezTo>
                  <a:cubicBezTo>
                    <a:pt x="1548" y="4953"/>
                    <a:pt x="1489" y="4894"/>
                    <a:pt x="1429" y="4894"/>
                  </a:cubicBezTo>
                  <a:lnTo>
                    <a:pt x="512" y="4715"/>
                  </a:lnTo>
                  <a:cubicBezTo>
                    <a:pt x="417" y="4703"/>
                    <a:pt x="346" y="4608"/>
                    <a:pt x="346" y="4525"/>
                  </a:cubicBezTo>
                  <a:lnTo>
                    <a:pt x="346" y="4013"/>
                  </a:lnTo>
                  <a:cubicBezTo>
                    <a:pt x="346" y="3929"/>
                    <a:pt x="405" y="3834"/>
                    <a:pt x="512" y="3822"/>
                  </a:cubicBezTo>
                  <a:lnTo>
                    <a:pt x="1429" y="3643"/>
                  </a:lnTo>
                  <a:cubicBezTo>
                    <a:pt x="1489" y="3632"/>
                    <a:pt x="1548" y="3584"/>
                    <a:pt x="1560" y="3524"/>
                  </a:cubicBezTo>
                  <a:cubicBezTo>
                    <a:pt x="1620" y="3322"/>
                    <a:pt x="1715" y="3108"/>
                    <a:pt x="1822" y="2917"/>
                  </a:cubicBezTo>
                  <a:cubicBezTo>
                    <a:pt x="1846" y="2858"/>
                    <a:pt x="1846" y="2786"/>
                    <a:pt x="1822" y="2739"/>
                  </a:cubicBezTo>
                  <a:lnTo>
                    <a:pt x="1298" y="1941"/>
                  </a:lnTo>
                  <a:cubicBezTo>
                    <a:pt x="1250" y="1869"/>
                    <a:pt x="1250" y="1762"/>
                    <a:pt x="1322" y="1691"/>
                  </a:cubicBezTo>
                  <a:lnTo>
                    <a:pt x="1679" y="1334"/>
                  </a:lnTo>
                  <a:cubicBezTo>
                    <a:pt x="1714" y="1299"/>
                    <a:pt x="1765" y="1280"/>
                    <a:pt x="1820" y="1280"/>
                  </a:cubicBezTo>
                  <a:cubicBezTo>
                    <a:pt x="1859" y="1280"/>
                    <a:pt x="1901" y="1290"/>
                    <a:pt x="1941" y="1310"/>
                  </a:cubicBezTo>
                  <a:lnTo>
                    <a:pt x="2727" y="1822"/>
                  </a:lnTo>
                  <a:cubicBezTo>
                    <a:pt x="2759" y="1841"/>
                    <a:pt x="2791" y="1853"/>
                    <a:pt x="2822" y="1853"/>
                  </a:cubicBezTo>
                  <a:cubicBezTo>
                    <a:pt x="2850" y="1853"/>
                    <a:pt x="2878" y="1844"/>
                    <a:pt x="2905" y="1822"/>
                  </a:cubicBezTo>
                  <a:cubicBezTo>
                    <a:pt x="3096" y="1727"/>
                    <a:pt x="3310" y="1631"/>
                    <a:pt x="3513" y="1572"/>
                  </a:cubicBezTo>
                  <a:cubicBezTo>
                    <a:pt x="3572" y="1560"/>
                    <a:pt x="3632" y="1500"/>
                    <a:pt x="3632" y="1441"/>
                  </a:cubicBezTo>
                  <a:lnTo>
                    <a:pt x="3810" y="512"/>
                  </a:lnTo>
                  <a:cubicBezTo>
                    <a:pt x="3822" y="429"/>
                    <a:pt x="3917" y="357"/>
                    <a:pt x="4001" y="357"/>
                  </a:cubicBezTo>
                  <a:lnTo>
                    <a:pt x="4513" y="357"/>
                  </a:lnTo>
                  <a:cubicBezTo>
                    <a:pt x="4596" y="357"/>
                    <a:pt x="4691" y="417"/>
                    <a:pt x="4703" y="512"/>
                  </a:cubicBezTo>
                  <a:lnTo>
                    <a:pt x="4882" y="1441"/>
                  </a:lnTo>
                  <a:cubicBezTo>
                    <a:pt x="4894" y="1500"/>
                    <a:pt x="4941" y="1560"/>
                    <a:pt x="5001" y="1572"/>
                  </a:cubicBezTo>
                  <a:cubicBezTo>
                    <a:pt x="5215" y="1631"/>
                    <a:pt x="5418" y="1727"/>
                    <a:pt x="5608" y="1822"/>
                  </a:cubicBezTo>
                  <a:cubicBezTo>
                    <a:pt x="5638" y="1840"/>
                    <a:pt x="5674" y="1849"/>
                    <a:pt x="5706" y="1849"/>
                  </a:cubicBezTo>
                  <a:cubicBezTo>
                    <a:pt x="5739" y="1849"/>
                    <a:pt x="5769" y="1840"/>
                    <a:pt x="5787" y="1822"/>
                  </a:cubicBezTo>
                  <a:lnTo>
                    <a:pt x="6584" y="1310"/>
                  </a:lnTo>
                  <a:cubicBezTo>
                    <a:pt x="6617" y="1288"/>
                    <a:pt x="6656" y="1277"/>
                    <a:pt x="6696" y="1277"/>
                  </a:cubicBezTo>
                  <a:cubicBezTo>
                    <a:pt x="6745" y="1277"/>
                    <a:pt x="6795" y="1294"/>
                    <a:pt x="6835" y="1334"/>
                  </a:cubicBezTo>
                  <a:lnTo>
                    <a:pt x="7192" y="1691"/>
                  </a:lnTo>
                  <a:cubicBezTo>
                    <a:pt x="7251" y="1750"/>
                    <a:pt x="7263" y="1858"/>
                    <a:pt x="7216" y="1941"/>
                  </a:cubicBezTo>
                  <a:lnTo>
                    <a:pt x="6704" y="2739"/>
                  </a:lnTo>
                  <a:cubicBezTo>
                    <a:pt x="6668" y="2798"/>
                    <a:pt x="6656" y="2858"/>
                    <a:pt x="6704" y="2917"/>
                  </a:cubicBezTo>
                  <a:cubicBezTo>
                    <a:pt x="6799" y="3108"/>
                    <a:pt x="6894" y="3322"/>
                    <a:pt x="6954" y="3524"/>
                  </a:cubicBezTo>
                  <a:cubicBezTo>
                    <a:pt x="6965" y="3584"/>
                    <a:pt x="7025" y="3643"/>
                    <a:pt x="7085" y="3643"/>
                  </a:cubicBezTo>
                  <a:lnTo>
                    <a:pt x="8013" y="3822"/>
                  </a:lnTo>
                  <a:cubicBezTo>
                    <a:pt x="8097" y="3834"/>
                    <a:pt x="8168" y="3929"/>
                    <a:pt x="8168" y="4013"/>
                  </a:cubicBezTo>
                  <a:lnTo>
                    <a:pt x="8168" y="4525"/>
                  </a:lnTo>
                  <a:cubicBezTo>
                    <a:pt x="8168" y="4608"/>
                    <a:pt x="8108" y="4703"/>
                    <a:pt x="8013" y="4715"/>
                  </a:cubicBezTo>
                  <a:lnTo>
                    <a:pt x="7085" y="4894"/>
                  </a:lnTo>
                  <a:cubicBezTo>
                    <a:pt x="7025" y="4906"/>
                    <a:pt x="6965" y="4953"/>
                    <a:pt x="6954" y="5013"/>
                  </a:cubicBezTo>
                  <a:cubicBezTo>
                    <a:pt x="6906" y="5156"/>
                    <a:pt x="6846" y="5322"/>
                    <a:pt x="6787" y="5477"/>
                  </a:cubicBezTo>
                  <a:cubicBezTo>
                    <a:pt x="6739" y="5560"/>
                    <a:pt x="6787" y="5668"/>
                    <a:pt x="6882" y="5715"/>
                  </a:cubicBezTo>
                  <a:cubicBezTo>
                    <a:pt x="6903" y="5724"/>
                    <a:pt x="6926" y="5729"/>
                    <a:pt x="6949" y="5729"/>
                  </a:cubicBezTo>
                  <a:cubicBezTo>
                    <a:pt x="7016" y="5729"/>
                    <a:pt x="7085" y="5691"/>
                    <a:pt x="7120" y="5620"/>
                  </a:cubicBezTo>
                  <a:cubicBezTo>
                    <a:pt x="7180" y="5489"/>
                    <a:pt x="7239" y="5358"/>
                    <a:pt x="7275" y="5215"/>
                  </a:cubicBezTo>
                  <a:lnTo>
                    <a:pt x="8097" y="5060"/>
                  </a:lnTo>
                  <a:cubicBezTo>
                    <a:pt x="8347" y="5013"/>
                    <a:pt x="8549" y="4775"/>
                    <a:pt x="8549" y="4525"/>
                  </a:cubicBezTo>
                  <a:lnTo>
                    <a:pt x="8549" y="4013"/>
                  </a:lnTo>
                  <a:cubicBezTo>
                    <a:pt x="8549" y="3763"/>
                    <a:pt x="8370" y="3524"/>
                    <a:pt x="8097" y="3477"/>
                  </a:cubicBezTo>
                  <a:lnTo>
                    <a:pt x="7275" y="3310"/>
                  </a:lnTo>
                  <a:cubicBezTo>
                    <a:pt x="7216" y="3155"/>
                    <a:pt x="7156" y="2977"/>
                    <a:pt x="7073" y="2822"/>
                  </a:cubicBezTo>
                  <a:lnTo>
                    <a:pt x="7537" y="2119"/>
                  </a:lnTo>
                  <a:cubicBezTo>
                    <a:pt x="7680" y="1905"/>
                    <a:pt x="7656" y="1619"/>
                    <a:pt x="7454" y="1441"/>
                  </a:cubicBezTo>
                  <a:lnTo>
                    <a:pt x="7096" y="1084"/>
                  </a:lnTo>
                  <a:cubicBezTo>
                    <a:pt x="6992" y="980"/>
                    <a:pt x="6848" y="924"/>
                    <a:pt x="6705" y="924"/>
                  </a:cubicBezTo>
                  <a:cubicBezTo>
                    <a:pt x="6603" y="924"/>
                    <a:pt x="6502" y="953"/>
                    <a:pt x="6418" y="1012"/>
                  </a:cubicBezTo>
                  <a:lnTo>
                    <a:pt x="5715" y="1465"/>
                  </a:lnTo>
                  <a:cubicBezTo>
                    <a:pt x="5549" y="1381"/>
                    <a:pt x="5394" y="1322"/>
                    <a:pt x="5227" y="1262"/>
                  </a:cubicBezTo>
                  <a:lnTo>
                    <a:pt x="5060" y="441"/>
                  </a:lnTo>
                  <a:cubicBezTo>
                    <a:pt x="5013" y="191"/>
                    <a:pt x="4775" y="0"/>
                    <a:pt x="4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7"/>
            <p:cNvSpPr/>
            <p:nvPr/>
          </p:nvSpPr>
          <p:spPr>
            <a:xfrm>
              <a:off x="3184798" y="3878883"/>
              <a:ext cx="109550" cy="94018"/>
            </a:xfrm>
            <a:custGeom>
              <a:avLst/>
              <a:gdLst/>
              <a:ahLst/>
              <a:cxnLst/>
              <a:rect l="l" t="t" r="r" b="b"/>
              <a:pathLst>
                <a:path w="3442" h="2954" extrusionOk="0">
                  <a:moveTo>
                    <a:pt x="1465" y="1"/>
                  </a:moveTo>
                  <a:cubicBezTo>
                    <a:pt x="941" y="1"/>
                    <a:pt x="453" y="191"/>
                    <a:pt x="72" y="561"/>
                  </a:cubicBezTo>
                  <a:cubicBezTo>
                    <a:pt x="0" y="632"/>
                    <a:pt x="0" y="739"/>
                    <a:pt x="72" y="811"/>
                  </a:cubicBezTo>
                  <a:cubicBezTo>
                    <a:pt x="113" y="852"/>
                    <a:pt x="158" y="873"/>
                    <a:pt x="203" y="873"/>
                  </a:cubicBezTo>
                  <a:cubicBezTo>
                    <a:pt x="247" y="873"/>
                    <a:pt x="292" y="852"/>
                    <a:pt x="334" y="811"/>
                  </a:cubicBezTo>
                  <a:cubicBezTo>
                    <a:pt x="631" y="513"/>
                    <a:pt x="1024" y="358"/>
                    <a:pt x="1465" y="358"/>
                  </a:cubicBezTo>
                  <a:cubicBezTo>
                    <a:pt x="2358" y="358"/>
                    <a:pt x="3084" y="1084"/>
                    <a:pt x="3084" y="1977"/>
                  </a:cubicBezTo>
                  <a:cubicBezTo>
                    <a:pt x="3084" y="2227"/>
                    <a:pt x="3024" y="2477"/>
                    <a:pt x="2905" y="2716"/>
                  </a:cubicBezTo>
                  <a:cubicBezTo>
                    <a:pt x="2846" y="2799"/>
                    <a:pt x="2894" y="2894"/>
                    <a:pt x="2977" y="2942"/>
                  </a:cubicBezTo>
                  <a:cubicBezTo>
                    <a:pt x="3013" y="2954"/>
                    <a:pt x="3036" y="2954"/>
                    <a:pt x="3048" y="2954"/>
                  </a:cubicBezTo>
                  <a:cubicBezTo>
                    <a:pt x="3108" y="2954"/>
                    <a:pt x="3167" y="2930"/>
                    <a:pt x="3215" y="2870"/>
                  </a:cubicBezTo>
                  <a:cubicBezTo>
                    <a:pt x="3370" y="2585"/>
                    <a:pt x="3441" y="2287"/>
                    <a:pt x="3441" y="1977"/>
                  </a:cubicBezTo>
                  <a:cubicBezTo>
                    <a:pt x="3441" y="894"/>
                    <a:pt x="2560" y="1"/>
                    <a:pt x="14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7"/>
            <p:cNvSpPr/>
            <p:nvPr/>
          </p:nvSpPr>
          <p:spPr>
            <a:xfrm>
              <a:off x="3168120" y="3917331"/>
              <a:ext cx="102707" cy="87016"/>
            </a:xfrm>
            <a:custGeom>
              <a:avLst/>
              <a:gdLst/>
              <a:ahLst/>
              <a:cxnLst/>
              <a:rect l="l" t="t" r="r" b="b"/>
              <a:pathLst>
                <a:path w="3227" h="2734" extrusionOk="0">
                  <a:moveTo>
                    <a:pt x="277" y="0"/>
                  </a:moveTo>
                  <a:cubicBezTo>
                    <a:pt x="203" y="0"/>
                    <a:pt x="136" y="38"/>
                    <a:pt x="108" y="115"/>
                  </a:cubicBezTo>
                  <a:cubicBezTo>
                    <a:pt x="36" y="317"/>
                    <a:pt x="0" y="531"/>
                    <a:pt x="0" y="758"/>
                  </a:cubicBezTo>
                  <a:cubicBezTo>
                    <a:pt x="0" y="1841"/>
                    <a:pt x="881" y="2734"/>
                    <a:pt x="1977" y="2734"/>
                  </a:cubicBezTo>
                  <a:cubicBezTo>
                    <a:pt x="2394" y="2734"/>
                    <a:pt x="2798" y="2603"/>
                    <a:pt x="3144" y="2365"/>
                  </a:cubicBezTo>
                  <a:cubicBezTo>
                    <a:pt x="3215" y="2305"/>
                    <a:pt x="3227" y="2198"/>
                    <a:pt x="3191" y="2127"/>
                  </a:cubicBezTo>
                  <a:cubicBezTo>
                    <a:pt x="3162" y="2075"/>
                    <a:pt x="3106" y="2051"/>
                    <a:pt x="3050" y="2051"/>
                  </a:cubicBezTo>
                  <a:cubicBezTo>
                    <a:pt x="3015" y="2051"/>
                    <a:pt x="2981" y="2061"/>
                    <a:pt x="2953" y="2079"/>
                  </a:cubicBezTo>
                  <a:cubicBezTo>
                    <a:pt x="2667" y="2282"/>
                    <a:pt x="2334" y="2389"/>
                    <a:pt x="2001" y="2389"/>
                  </a:cubicBezTo>
                  <a:cubicBezTo>
                    <a:pt x="1108" y="2389"/>
                    <a:pt x="370" y="1662"/>
                    <a:pt x="370" y="769"/>
                  </a:cubicBezTo>
                  <a:cubicBezTo>
                    <a:pt x="370" y="591"/>
                    <a:pt x="405" y="412"/>
                    <a:pt x="465" y="246"/>
                  </a:cubicBezTo>
                  <a:cubicBezTo>
                    <a:pt x="465" y="138"/>
                    <a:pt x="417" y="43"/>
                    <a:pt x="334" y="7"/>
                  </a:cubicBezTo>
                  <a:cubicBezTo>
                    <a:pt x="315" y="3"/>
                    <a:pt x="296" y="0"/>
                    <a:pt x="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7"/>
            <p:cNvSpPr/>
            <p:nvPr/>
          </p:nvSpPr>
          <p:spPr>
            <a:xfrm>
              <a:off x="3264749" y="3976275"/>
              <a:ext cx="183836" cy="183836"/>
            </a:xfrm>
            <a:custGeom>
              <a:avLst/>
              <a:gdLst/>
              <a:ahLst/>
              <a:cxnLst/>
              <a:rect l="l" t="t" r="r" b="b"/>
              <a:pathLst>
                <a:path w="5776" h="5776" extrusionOk="0">
                  <a:moveTo>
                    <a:pt x="2739" y="1"/>
                  </a:moveTo>
                  <a:cubicBezTo>
                    <a:pt x="2548" y="1"/>
                    <a:pt x="2370" y="156"/>
                    <a:pt x="2322" y="346"/>
                  </a:cubicBezTo>
                  <a:lnTo>
                    <a:pt x="2215" y="846"/>
                  </a:lnTo>
                  <a:cubicBezTo>
                    <a:pt x="2132" y="882"/>
                    <a:pt x="2036" y="930"/>
                    <a:pt x="1953" y="953"/>
                  </a:cubicBezTo>
                  <a:lnTo>
                    <a:pt x="1525" y="668"/>
                  </a:lnTo>
                  <a:cubicBezTo>
                    <a:pt x="1454" y="627"/>
                    <a:pt x="1372" y="606"/>
                    <a:pt x="1291" y="606"/>
                  </a:cubicBezTo>
                  <a:cubicBezTo>
                    <a:pt x="1181" y="606"/>
                    <a:pt x="1071" y="645"/>
                    <a:pt x="989" y="727"/>
                  </a:cubicBezTo>
                  <a:lnTo>
                    <a:pt x="751" y="965"/>
                  </a:lnTo>
                  <a:cubicBezTo>
                    <a:pt x="620" y="1108"/>
                    <a:pt x="584" y="1322"/>
                    <a:pt x="691" y="1501"/>
                  </a:cubicBezTo>
                  <a:lnTo>
                    <a:pt x="977" y="1942"/>
                  </a:lnTo>
                  <a:cubicBezTo>
                    <a:pt x="917" y="2061"/>
                    <a:pt x="870" y="2180"/>
                    <a:pt x="822" y="2311"/>
                  </a:cubicBezTo>
                  <a:cubicBezTo>
                    <a:pt x="786" y="2394"/>
                    <a:pt x="858" y="2501"/>
                    <a:pt x="941" y="2537"/>
                  </a:cubicBezTo>
                  <a:cubicBezTo>
                    <a:pt x="954" y="2541"/>
                    <a:pt x="967" y="2542"/>
                    <a:pt x="980" y="2542"/>
                  </a:cubicBezTo>
                  <a:cubicBezTo>
                    <a:pt x="1055" y="2542"/>
                    <a:pt x="1137" y="2489"/>
                    <a:pt x="1167" y="2418"/>
                  </a:cubicBezTo>
                  <a:cubicBezTo>
                    <a:pt x="1203" y="2275"/>
                    <a:pt x="1251" y="2144"/>
                    <a:pt x="1322" y="2025"/>
                  </a:cubicBezTo>
                  <a:cubicBezTo>
                    <a:pt x="1358" y="1965"/>
                    <a:pt x="1358" y="1894"/>
                    <a:pt x="1322" y="1846"/>
                  </a:cubicBezTo>
                  <a:lnTo>
                    <a:pt x="989" y="1322"/>
                  </a:lnTo>
                  <a:cubicBezTo>
                    <a:pt x="977" y="1299"/>
                    <a:pt x="977" y="1263"/>
                    <a:pt x="1001" y="1239"/>
                  </a:cubicBezTo>
                  <a:lnTo>
                    <a:pt x="1239" y="1001"/>
                  </a:lnTo>
                  <a:cubicBezTo>
                    <a:pt x="1258" y="981"/>
                    <a:pt x="1274" y="973"/>
                    <a:pt x="1291" y="973"/>
                  </a:cubicBezTo>
                  <a:cubicBezTo>
                    <a:pt x="1304" y="973"/>
                    <a:pt x="1318" y="978"/>
                    <a:pt x="1334" y="989"/>
                  </a:cubicBezTo>
                  <a:lnTo>
                    <a:pt x="1846" y="1322"/>
                  </a:lnTo>
                  <a:cubicBezTo>
                    <a:pt x="1878" y="1342"/>
                    <a:pt x="1910" y="1354"/>
                    <a:pt x="1942" y="1354"/>
                  </a:cubicBezTo>
                  <a:cubicBezTo>
                    <a:pt x="1969" y="1354"/>
                    <a:pt x="1997" y="1345"/>
                    <a:pt x="2025" y="1322"/>
                  </a:cubicBezTo>
                  <a:cubicBezTo>
                    <a:pt x="2144" y="1251"/>
                    <a:pt x="2287" y="1203"/>
                    <a:pt x="2417" y="1156"/>
                  </a:cubicBezTo>
                  <a:cubicBezTo>
                    <a:pt x="2477" y="1144"/>
                    <a:pt x="2537" y="1084"/>
                    <a:pt x="2537" y="1025"/>
                  </a:cubicBezTo>
                  <a:lnTo>
                    <a:pt x="2656" y="418"/>
                  </a:lnTo>
                  <a:cubicBezTo>
                    <a:pt x="2656" y="382"/>
                    <a:pt x="2679" y="358"/>
                    <a:pt x="2727" y="358"/>
                  </a:cubicBezTo>
                  <a:lnTo>
                    <a:pt x="3060" y="358"/>
                  </a:lnTo>
                  <a:cubicBezTo>
                    <a:pt x="3084" y="358"/>
                    <a:pt x="3120" y="394"/>
                    <a:pt x="3132" y="418"/>
                  </a:cubicBezTo>
                  <a:lnTo>
                    <a:pt x="3251" y="1025"/>
                  </a:lnTo>
                  <a:cubicBezTo>
                    <a:pt x="3263" y="1084"/>
                    <a:pt x="3310" y="1144"/>
                    <a:pt x="3370" y="1156"/>
                  </a:cubicBezTo>
                  <a:cubicBezTo>
                    <a:pt x="3501" y="1203"/>
                    <a:pt x="3632" y="1251"/>
                    <a:pt x="3751" y="1322"/>
                  </a:cubicBezTo>
                  <a:cubicBezTo>
                    <a:pt x="3781" y="1340"/>
                    <a:pt x="3816" y="1349"/>
                    <a:pt x="3849" y="1349"/>
                  </a:cubicBezTo>
                  <a:cubicBezTo>
                    <a:pt x="3882" y="1349"/>
                    <a:pt x="3912" y="1340"/>
                    <a:pt x="3930" y="1322"/>
                  </a:cubicBezTo>
                  <a:lnTo>
                    <a:pt x="4453" y="989"/>
                  </a:lnTo>
                  <a:cubicBezTo>
                    <a:pt x="4469" y="978"/>
                    <a:pt x="4483" y="973"/>
                    <a:pt x="4497" y="973"/>
                  </a:cubicBezTo>
                  <a:cubicBezTo>
                    <a:pt x="4513" y="973"/>
                    <a:pt x="4529" y="981"/>
                    <a:pt x="4549" y="1001"/>
                  </a:cubicBezTo>
                  <a:lnTo>
                    <a:pt x="4787" y="1239"/>
                  </a:lnTo>
                  <a:cubicBezTo>
                    <a:pt x="4811" y="1263"/>
                    <a:pt x="4811" y="1299"/>
                    <a:pt x="4799" y="1322"/>
                  </a:cubicBezTo>
                  <a:lnTo>
                    <a:pt x="4453" y="1846"/>
                  </a:lnTo>
                  <a:cubicBezTo>
                    <a:pt x="4430" y="1906"/>
                    <a:pt x="4406" y="1965"/>
                    <a:pt x="4453" y="2025"/>
                  </a:cubicBezTo>
                  <a:cubicBezTo>
                    <a:pt x="4525" y="2144"/>
                    <a:pt x="4573" y="2275"/>
                    <a:pt x="4620" y="2418"/>
                  </a:cubicBezTo>
                  <a:cubicBezTo>
                    <a:pt x="4632" y="2477"/>
                    <a:pt x="4692" y="2537"/>
                    <a:pt x="4751" y="2537"/>
                  </a:cubicBezTo>
                  <a:lnTo>
                    <a:pt x="5358" y="2656"/>
                  </a:lnTo>
                  <a:cubicBezTo>
                    <a:pt x="5394" y="2656"/>
                    <a:pt x="5418" y="2680"/>
                    <a:pt x="5418" y="2727"/>
                  </a:cubicBezTo>
                  <a:lnTo>
                    <a:pt x="5418" y="3049"/>
                  </a:lnTo>
                  <a:cubicBezTo>
                    <a:pt x="5418" y="3085"/>
                    <a:pt x="5394" y="3108"/>
                    <a:pt x="5358" y="3132"/>
                  </a:cubicBezTo>
                  <a:lnTo>
                    <a:pt x="4751" y="3251"/>
                  </a:lnTo>
                  <a:cubicBezTo>
                    <a:pt x="4692" y="3263"/>
                    <a:pt x="4632" y="3311"/>
                    <a:pt x="4620" y="3370"/>
                  </a:cubicBezTo>
                  <a:cubicBezTo>
                    <a:pt x="4573" y="3501"/>
                    <a:pt x="4525" y="3632"/>
                    <a:pt x="4453" y="3751"/>
                  </a:cubicBezTo>
                  <a:cubicBezTo>
                    <a:pt x="4430" y="3811"/>
                    <a:pt x="4430" y="3882"/>
                    <a:pt x="4453" y="3930"/>
                  </a:cubicBezTo>
                  <a:lnTo>
                    <a:pt x="4799" y="4454"/>
                  </a:lnTo>
                  <a:cubicBezTo>
                    <a:pt x="4811" y="4478"/>
                    <a:pt x="4811" y="4513"/>
                    <a:pt x="4787" y="4537"/>
                  </a:cubicBezTo>
                  <a:lnTo>
                    <a:pt x="4549" y="4775"/>
                  </a:lnTo>
                  <a:cubicBezTo>
                    <a:pt x="4526" y="4798"/>
                    <a:pt x="4508" y="4806"/>
                    <a:pt x="4489" y="4806"/>
                  </a:cubicBezTo>
                  <a:cubicBezTo>
                    <a:pt x="4478" y="4806"/>
                    <a:pt x="4467" y="4803"/>
                    <a:pt x="4453" y="4799"/>
                  </a:cubicBezTo>
                  <a:lnTo>
                    <a:pt x="3930" y="4454"/>
                  </a:lnTo>
                  <a:cubicBezTo>
                    <a:pt x="3898" y="4435"/>
                    <a:pt x="3866" y="4422"/>
                    <a:pt x="3834" y="4422"/>
                  </a:cubicBezTo>
                  <a:cubicBezTo>
                    <a:pt x="3806" y="4422"/>
                    <a:pt x="3779" y="4432"/>
                    <a:pt x="3751" y="4454"/>
                  </a:cubicBezTo>
                  <a:cubicBezTo>
                    <a:pt x="3632" y="4525"/>
                    <a:pt x="3501" y="4573"/>
                    <a:pt x="3370" y="4621"/>
                  </a:cubicBezTo>
                  <a:cubicBezTo>
                    <a:pt x="3310" y="4632"/>
                    <a:pt x="3251" y="4692"/>
                    <a:pt x="3251" y="4751"/>
                  </a:cubicBezTo>
                  <a:lnTo>
                    <a:pt x="3132" y="5359"/>
                  </a:lnTo>
                  <a:cubicBezTo>
                    <a:pt x="3132" y="5394"/>
                    <a:pt x="3096" y="5418"/>
                    <a:pt x="3060" y="5418"/>
                  </a:cubicBezTo>
                  <a:lnTo>
                    <a:pt x="2727" y="5418"/>
                  </a:lnTo>
                  <a:cubicBezTo>
                    <a:pt x="2703" y="5418"/>
                    <a:pt x="2668" y="5394"/>
                    <a:pt x="2656" y="5359"/>
                  </a:cubicBezTo>
                  <a:lnTo>
                    <a:pt x="2537" y="4751"/>
                  </a:lnTo>
                  <a:cubicBezTo>
                    <a:pt x="2525" y="4692"/>
                    <a:pt x="2477" y="4632"/>
                    <a:pt x="2417" y="4621"/>
                  </a:cubicBezTo>
                  <a:cubicBezTo>
                    <a:pt x="2287" y="4573"/>
                    <a:pt x="2144" y="4525"/>
                    <a:pt x="2025" y="4454"/>
                  </a:cubicBezTo>
                  <a:cubicBezTo>
                    <a:pt x="1995" y="4436"/>
                    <a:pt x="1962" y="4427"/>
                    <a:pt x="1931" y="4427"/>
                  </a:cubicBezTo>
                  <a:cubicBezTo>
                    <a:pt x="1900" y="4427"/>
                    <a:pt x="1870" y="4436"/>
                    <a:pt x="1846" y="4454"/>
                  </a:cubicBezTo>
                  <a:lnTo>
                    <a:pt x="1334" y="4799"/>
                  </a:lnTo>
                  <a:cubicBezTo>
                    <a:pt x="1321" y="4803"/>
                    <a:pt x="1309" y="4806"/>
                    <a:pt x="1298" y="4806"/>
                  </a:cubicBezTo>
                  <a:cubicBezTo>
                    <a:pt x="1279" y="4806"/>
                    <a:pt x="1261" y="4798"/>
                    <a:pt x="1239" y="4775"/>
                  </a:cubicBezTo>
                  <a:lnTo>
                    <a:pt x="1001" y="4537"/>
                  </a:lnTo>
                  <a:cubicBezTo>
                    <a:pt x="977" y="4513"/>
                    <a:pt x="977" y="4478"/>
                    <a:pt x="989" y="4454"/>
                  </a:cubicBezTo>
                  <a:lnTo>
                    <a:pt x="1322" y="3930"/>
                  </a:lnTo>
                  <a:cubicBezTo>
                    <a:pt x="1358" y="3870"/>
                    <a:pt x="1370" y="3811"/>
                    <a:pt x="1322" y="3751"/>
                  </a:cubicBezTo>
                  <a:cubicBezTo>
                    <a:pt x="1251" y="3632"/>
                    <a:pt x="1215" y="3501"/>
                    <a:pt x="1167" y="3370"/>
                  </a:cubicBezTo>
                  <a:cubicBezTo>
                    <a:pt x="1144" y="3311"/>
                    <a:pt x="1084" y="3251"/>
                    <a:pt x="1024" y="3251"/>
                  </a:cubicBezTo>
                  <a:lnTo>
                    <a:pt x="417" y="3132"/>
                  </a:lnTo>
                  <a:cubicBezTo>
                    <a:pt x="393" y="3132"/>
                    <a:pt x="358" y="3097"/>
                    <a:pt x="358" y="3049"/>
                  </a:cubicBezTo>
                  <a:lnTo>
                    <a:pt x="358" y="2727"/>
                  </a:lnTo>
                  <a:cubicBezTo>
                    <a:pt x="358" y="2692"/>
                    <a:pt x="393" y="2668"/>
                    <a:pt x="417" y="2656"/>
                  </a:cubicBezTo>
                  <a:lnTo>
                    <a:pt x="465" y="2632"/>
                  </a:lnTo>
                  <a:cubicBezTo>
                    <a:pt x="548" y="2620"/>
                    <a:pt x="632" y="2525"/>
                    <a:pt x="596" y="2430"/>
                  </a:cubicBezTo>
                  <a:cubicBezTo>
                    <a:pt x="586" y="2352"/>
                    <a:pt x="520" y="2289"/>
                    <a:pt x="444" y="2289"/>
                  </a:cubicBezTo>
                  <a:cubicBezTo>
                    <a:pt x="428" y="2289"/>
                    <a:pt x="410" y="2292"/>
                    <a:pt x="393" y="2299"/>
                  </a:cubicBezTo>
                  <a:lnTo>
                    <a:pt x="346" y="2311"/>
                  </a:lnTo>
                  <a:cubicBezTo>
                    <a:pt x="155" y="2358"/>
                    <a:pt x="1" y="2513"/>
                    <a:pt x="1" y="2727"/>
                  </a:cubicBezTo>
                  <a:lnTo>
                    <a:pt x="1" y="3049"/>
                  </a:lnTo>
                  <a:cubicBezTo>
                    <a:pt x="1" y="3251"/>
                    <a:pt x="155" y="3430"/>
                    <a:pt x="346" y="3466"/>
                  </a:cubicBezTo>
                  <a:lnTo>
                    <a:pt x="846" y="3573"/>
                  </a:lnTo>
                  <a:cubicBezTo>
                    <a:pt x="882" y="3668"/>
                    <a:pt x="929" y="3751"/>
                    <a:pt x="953" y="3847"/>
                  </a:cubicBezTo>
                  <a:lnTo>
                    <a:pt x="679" y="4275"/>
                  </a:lnTo>
                  <a:cubicBezTo>
                    <a:pt x="572" y="4442"/>
                    <a:pt x="584" y="4656"/>
                    <a:pt x="727" y="4811"/>
                  </a:cubicBezTo>
                  <a:lnTo>
                    <a:pt x="977" y="5049"/>
                  </a:lnTo>
                  <a:cubicBezTo>
                    <a:pt x="1055" y="5127"/>
                    <a:pt x="1163" y="5172"/>
                    <a:pt x="1278" y="5172"/>
                  </a:cubicBezTo>
                  <a:cubicBezTo>
                    <a:pt x="1356" y="5172"/>
                    <a:pt x="1436" y="5152"/>
                    <a:pt x="1513" y="5109"/>
                  </a:cubicBezTo>
                  <a:lnTo>
                    <a:pt x="1941" y="4823"/>
                  </a:lnTo>
                  <a:cubicBezTo>
                    <a:pt x="2025" y="4871"/>
                    <a:pt x="2120" y="4894"/>
                    <a:pt x="2203" y="4930"/>
                  </a:cubicBezTo>
                  <a:lnTo>
                    <a:pt x="2310" y="5430"/>
                  </a:lnTo>
                  <a:cubicBezTo>
                    <a:pt x="2358" y="5633"/>
                    <a:pt x="2513" y="5775"/>
                    <a:pt x="2727" y="5775"/>
                  </a:cubicBezTo>
                  <a:lnTo>
                    <a:pt x="3060" y="5775"/>
                  </a:lnTo>
                  <a:cubicBezTo>
                    <a:pt x="3251" y="5775"/>
                    <a:pt x="3430" y="5633"/>
                    <a:pt x="3465" y="5430"/>
                  </a:cubicBezTo>
                  <a:lnTo>
                    <a:pt x="3572" y="4930"/>
                  </a:lnTo>
                  <a:cubicBezTo>
                    <a:pt x="3668" y="4894"/>
                    <a:pt x="3751" y="4859"/>
                    <a:pt x="3846" y="4823"/>
                  </a:cubicBezTo>
                  <a:lnTo>
                    <a:pt x="4275" y="5109"/>
                  </a:lnTo>
                  <a:cubicBezTo>
                    <a:pt x="4344" y="5153"/>
                    <a:pt x="4422" y="5175"/>
                    <a:pt x="4500" y="5175"/>
                  </a:cubicBezTo>
                  <a:cubicBezTo>
                    <a:pt x="4610" y="5175"/>
                    <a:pt x="4720" y="5132"/>
                    <a:pt x="4811" y="5049"/>
                  </a:cubicBezTo>
                  <a:lnTo>
                    <a:pt x="5049" y="4811"/>
                  </a:lnTo>
                  <a:cubicBezTo>
                    <a:pt x="5180" y="4680"/>
                    <a:pt x="5215" y="4454"/>
                    <a:pt x="5108" y="4275"/>
                  </a:cubicBezTo>
                  <a:lnTo>
                    <a:pt x="4823" y="3847"/>
                  </a:lnTo>
                  <a:cubicBezTo>
                    <a:pt x="4870" y="3751"/>
                    <a:pt x="4894" y="3668"/>
                    <a:pt x="4930" y="3573"/>
                  </a:cubicBezTo>
                  <a:lnTo>
                    <a:pt x="5442" y="3466"/>
                  </a:lnTo>
                  <a:cubicBezTo>
                    <a:pt x="5632" y="3430"/>
                    <a:pt x="5775" y="3263"/>
                    <a:pt x="5775" y="3049"/>
                  </a:cubicBezTo>
                  <a:lnTo>
                    <a:pt x="5775" y="2727"/>
                  </a:lnTo>
                  <a:cubicBezTo>
                    <a:pt x="5775" y="2513"/>
                    <a:pt x="5644" y="2358"/>
                    <a:pt x="5454" y="2311"/>
                  </a:cubicBezTo>
                  <a:lnTo>
                    <a:pt x="4942" y="2204"/>
                  </a:lnTo>
                  <a:cubicBezTo>
                    <a:pt x="4918" y="2120"/>
                    <a:pt x="4870" y="2025"/>
                    <a:pt x="4846" y="1942"/>
                  </a:cubicBezTo>
                  <a:lnTo>
                    <a:pt x="5120" y="1501"/>
                  </a:lnTo>
                  <a:cubicBezTo>
                    <a:pt x="5227" y="1346"/>
                    <a:pt x="5215" y="1120"/>
                    <a:pt x="5061" y="965"/>
                  </a:cubicBezTo>
                  <a:lnTo>
                    <a:pt x="4823" y="727"/>
                  </a:lnTo>
                  <a:cubicBezTo>
                    <a:pt x="4745" y="650"/>
                    <a:pt x="4634" y="610"/>
                    <a:pt x="4520" y="610"/>
                  </a:cubicBezTo>
                  <a:cubicBezTo>
                    <a:pt x="4441" y="610"/>
                    <a:pt x="4360" y="629"/>
                    <a:pt x="4287" y="668"/>
                  </a:cubicBezTo>
                  <a:lnTo>
                    <a:pt x="3858" y="953"/>
                  </a:lnTo>
                  <a:cubicBezTo>
                    <a:pt x="3763" y="906"/>
                    <a:pt x="3680" y="882"/>
                    <a:pt x="3596" y="846"/>
                  </a:cubicBezTo>
                  <a:lnTo>
                    <a:pt x="3489" y="346"/>
                  </a:lnTo>
                  <a:cubicBezTo>
                    <a:pt x="3441" y="156"/>
                    <a:pt x="3275" y="1"/>
                    <a:pt x="3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7"/>
            <p:cNvSpPr/>
            <p:nvPr/>
          </p:nvSpPr>
          <p:spPr>
            <a:xfrm>
              <a:off x="3326526" y="4036907"/>
              <a:ext cx="62541" cy="62573"/>
            </a:xfrm>
            <a:custGeom>
              <a:avLst/>
              <a:gdLst/>
              <a:ahLst/>
              <a:cxnLst/>
              <a:rect l="l" t="t" r="r" b="b"/>
              <a:pathLst>
                <a:path w="1965" h="1966" extrusionOk="0">
                  <a:moveTo>
                    <a:pt x="977" y="1"/>
                  </a:moveTo>
                  <a:cubicBezTo>
                    <a:pt x="441" y="1"/>
                    <a:pt x="0" y="453"/>
                    <a:pt x="0" y="989"/>
                  </a:cubicBezTo>
                  <a:cubicBezTo>
                    <a:pt x="0" y="1525"/>
                    <a:pt x="441" y="1965"/>
                    <a:pt x="977" y="1965"/>
                  </a:cubicBezTo>
                  <a:cubicBezTo>
                    <a:pt x="1203" y="1965"/>
                    <a:pt x="1417" y="1894"/>
                    <a:pt x="1572" y="1763"/>
                  </a:cubicBezTo>
                  <a:cubicBezTo>
                    <a:pt x="1655" y="1703"/>
                    <a:pt x="1667" y="1596"/>
                    <a:pt x="1608" y="1501"/>
                  </a:cubicBezTo>
                  <a:cubicBezTo>
                    <a:pt x="1574" y="1461"/>
                    <a:pt x="1525" y="1439"/>
                    <a:pt x="1473" y="1439"/>
                  </a:cubicBezTo>
                  <a:cubicBezTo>
                    <a:pt x="1434" y="1439"/>
                    <a:pt x="1394" y="1452"/>
                    <a:pt x="1358" y="1477"/>
                  </a:cubicBezTo>
                  <a:cubicBezTo>
                    <a:pt x="1250" y="1561"/>
                    <a:pt x="1119" y="1608"/>
                    <a:pt x="965" y="1608"/>
                  </a:cubicBezTo>
                  <a:cubicBezTo>
                    <a:pt x="619" y="1608"/>
                    <a:pt x="346" y="1322"/>
                    <a:pt x="346" y="977"/>
                  </a:cubicBezTo>
                  <a:cubicBezTo>
                    <a:pt x="346" y="644"/>
                    <a:pt x="619" y="358"/>
                    <a:pt x="977" y="358"/>
                  </a:cubicBezTo>
                  <a:cubicBezTo>
                    <a:pt x="1322" y="358"/>
                    <a:pt x="1608" y="644"/>
                    <a:pt x="1608" y="989"/>
                  </a:cubicBezTo>
                  <a:cubicBezTo>
                    <a:pt x="1608" y="1084"/>
                    <a:pt x="1679" y="1168"/>
                    <a:pt x="1786" y="1168"/>
                  </a:cubicBezTo>
                  <a:cubicBezTo>
                    <a:pt x="1893" y="1168"/>
                    <a:pt x="1965" y="1084"/>
                    <a:pt x="1965" y="989"/>
                  </a:cubicBezTo>
                  <a:cubicBezTo>
                    <a:pt x="1965" y="453"/>
                    <a:pt x="1512" y="1"/>
                    <a:pt x="9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7"/>
            <p:cNvSpPr/>
            <p:nvPr/>
          </p:nvSpPr>
          <p:spPr>
            <a:xfrm>
              <a:off x="3196542" y="3907687"/>
              <a:ext cx="68238" cy="68238"/>
            </a:xfrm>
            <a:custGeom>
              <a:avLst/>
              <a:gdLst/>
              <a:ahLst/>
              <a:cxnLst/>
              <a:rect l="l" t="t" r="r" b="b"/>
              <a:pathLst>
                <a:path w="2144" h="2144" extrusionOk="0">
                  <a:moveTo>
                    <a:pt x="1072" y="358"/>
                  </a:moveTo>
                  <a:cubicBezTo>
                    <a:pt x="1477" y="358"/>
                    <a:pt x="1786" y="680"/>
                    <a:pt x="1786" y="1072"/>
                  </a:cubicBezTo>
                  <a:cubicBezTo>
                    <a:pt x="1786" y="1477"/>
                    <a:pt x="1465" y="1787"/>
                    <a:pt x="1072" y="1787"/>
                  </a:cubicBezTo>
                  <a:cubicBezTo>
                    <a:pt x="691" y="1787"/>
                    <a:pt x="358" y="1453"/>
                    <a:pt x="358" y="1072"/>
                  </a:cubicBezTo>
                  <a:cubicBezTo>
                    <a:pt x="358" y="668"/>
                    <a:pt x="691" y="358"/>
                    <a:pt x="1072" y="358"/>
                  </a:cubicBezTo>
                  <a:close/>
                  <a:moveTo>
                    <a:pt x="1072" y="1"/>
                  </a:moveTo>
                  <a:cubicBezTo>
                    <a:pt x="477" y="1"/>
                    <a:pt x="0" y="477"/>
                    <a:pt x="0" y="1072"/>
                  </a:cubicBezTo>
                  <a:cubicBezTo>
                    <a:pt x="0" y="1668"/>
                    <a:pt x="477" y="2144"/>
                    <a:pt x="1072" y="2144"/>
                  </a:cubicBezTo>
                  <a:cubicBezTo>
                    <a:pt x="1667" y="2144"/>
                    <a:pt x="2144" y="1656"/>
                    <a:pt x="2144" y="1072"/>
                  </a:cubicBezTo>
                  <a:cubicBezTo>
                    <a:pt x="2144" y="477"/>
                    <a:pt x="1667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A31C9BF-B368-8548-59B7-14C3F616B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255" y="1619314"/>
            <a:ext cx="4918194" cy="6676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4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Diagram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5E05A9-7B36-A63D-40DB-14B335A74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882" b="95895" l="6286" r="94000">
                        <a14:foregroundMark x1="6286" y1="38259" x2="10381" y2="53695"/>
                        <a14:foregroundMark x1="10381" y1="53695" x2="48762" y2="25123"/>
                        <a14:foregroundMark x1="48762" y1="25123" x2="30667" y2="17406"/>
                        <a14:foregroundMark x1="30667" y1="17406" x2="59143" y2="25287"/>
                        <a14:foregroundMark x1="59143" y1="25287" x2="41524" y2="43842"/>
                        <a14:foregroundMark x1="41524" y1="43842" x2="59524" y2="23974"/>
                        <a14:foregroundMark x1="59524" y1="23974" x2="63048" y2="14286"/>
                        <a14:foregroundMark x1="63048" y1="14286" x2="43333" y2="29885"/>
                        <a14:foregroundMark x1="43333" y1="29885" x2="38381" y2="29721"/>
                        <a14:foregroundMark x1="47143" y1="80131" x2="48762" y2="63711"/>
                        <a14:foregroundMark x1="48762" y1="63711" x2="38381" y2="75041"/>
                        <a14:foregroundMark x1="38381" y1="75041" x2="44381" y2="67980"/>
                        <a14:foregroundMark x1="44381" y1="67980" x2="44190" y2="82594"/>
                        <a14:foregroundMark x1="44190" y1="82594" x2="32571" y2="90805"/>
                        <a14:foregroundMark x1="32571" y1="90805" x2="20857" y2="86864"/>
                        <a14:foregroundMark x1="32952" y1="85878" x2="53048" y2="89327"/>
                        <a14:foregroundMark x1="53048" y1="89327" x2="26571" y2="89655"/>
                        <a14:foregroundMark x1="26571" y1="89655" x2="60667" y2="96059"/>
                        <a14:foregroundMark x1="53333" y1="94089" x2="61429" y2="91297"/>
                        <a14:foregroundMark x1="61429" y1="91297" x2="44000" y2="75041"/>
                        <a14:foregroundMark x1="44000" y1="75041" x2="64762" y2="62233"/>
                        <a14:foregroundMark x1="64762" y1="62233" x2="73524" y2="65846"/>
                        <a14:foregroundMark x1="73524" y1="65846" x2="78857" y2="23974"/>
                        <a14:foregroundMark x1="78857" y1="23974" x2="83429" y2="38424"/>
                        <a14:foregroundMark x1="83429" y1="38424" x2="81524" y2="23974"/>
                        <a14:foregroundMark x1="81524" y1="23974" x2="83905" y2="11823"/>
                        <a14:foregroundMark x1="83905" y1="11823" x2="90190" y2="12479"/>
                        <a14:foregroundMark x1="90190" y1="12479" x2="82476" y2="8703"/>
                        <a14:foregroundMark x1="82476" y1="8703" x2="90286" y2="8867"/>
                        <a14:foregroundMark x1="90286" y1="8867" x2="86857" y2="8210"/>
                        <a14:foregroundMark x1="89143" y1="52709" x2="93810" y2="43678"/>
                        <a14:foregroundMark x1="93810" y1="43678" x2="94000" y2="78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8825" y="689857"/>
            <a:ext cx="7678695" cy="44536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B211FB3E-0EF5-E57D-882A-CB2E6DBEC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1">
            <a:extLst>
              <a:ext uri="{FF2B5EF4-FFF2-40B4-BE49-F238E27FC236}">
                <a16:creationId xmlns:a16="http://schemas.microsoft.com/office/drawing/2014/main" id="{CF565AC9-21BD-390E-83CD-2EFDDF4BEC6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Data Manipulation</a:t>
            </a:r>
            <a:endParaRPr dirty="0"/>
          </a:p>
        </p:txBody>
      </p:sp>
      <p:sp>
        <p:nvSpPr>
          <p:cNvPr id="677" name="Google Shape;677;p31">
            <a:extLst>
              <a:ext uri="{FF2B5EF4-FFF2-40B4-BE49-F238E27FC236}">
                <a16:creationId xmlns:a16="http://schemas.microsoft.com/office/drawing/2014/main" id="{01F24566-671B-6B58-9647-7C0563201D9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10062" y="989474"/>
            <a:ext cx="3966926" cy="33143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/>
            <a:r>
              <a:rPr lang="en-US" dirty="0"/>
              <a:t>INSERT statements populate all tables</a:t>
            </a:r>
          </a:p>
          <a:p>
            <a:pPr lvl="1"/>
            <a:r>
              <a:rPr lang="en-US" dirty="0"/>
              <a:t>UPDATE examples modify prices and stock</a:t>
            </a:r>
          </a:p>
          <a:p>
            <a:pPr lvl="1"/>
            <a:r>
              <a:rPr lang="en-US" dirty="0"/>
              <a:t>DELETE example removes customers by city</a:t>
            </a:r>
            <a:endParaRPr lang="ru-RU" dirty="0"/>
          </a:p>
          <a:p>
            <a:pPr lvl="1"/>
            <a:r>
              <a:rPr lang="en-US" dirty="0"/>
              <a:t>TRUNCATE statement clears all records from the Payments table</a:t>
            </a:r>
          </a:p>
          <a:p>
            <a:pPr marL="596900" lvl="1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5A02ED-A970-2055-CD92-8ED3337B9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994" y="989475"/>
            <a:ext cx="3451345" cy="8975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C52D8C-12D0-E439-06B8-6618B64BB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696" y="2044711"/>
            <a:ext cx="1903946" cy="459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ACC559-CF82-F384-B0A1-67FB335E88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574"/>
          <a:stretch>
            <a:fillRect/>
          </a:stretch>
        </p:blipFill>
        <p:spPr>
          <a:xfrm>
            <a:off x="4406994" y="2905478"/>
            <a:ext cx="3093350" cy="155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CF7A91-FD1F-6BEB-86F1-20A4927D29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013" y="3567671"/>
            <a:ext cx="1642684" cy="19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11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>
          <a:extLst>
            <a:ext uri="{FF2B5EF4-FFF2-40B4-BE49-F238E27FC236}">
              <a16:creationId xmlns:a16="http://schemas.microsoft.com/office/drawing/2014/main" id="{93D04396-7726-8A53-BF8D-44F2210AE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0">
            <a:extLst>
              <a:ext uri="{FF2B5EF4-FFF2-40B4-BE49-F238E27FC236}">
                <a16:creationId xmlns:a16="http://schemas.microsoft.com/office/drawing/2014/main" id="{FD4D1813-103E-E795-AD88-CC0C4B2BAF76}"/>
              </a:ext>
            </a:extLst>
          </p:cNvPr>
          <p:cNvSpPr txBox="1">
            <a:spLocks noGrp="1"/>
          </p:cNvSpPr>
          <p:nvPr>
            <p:ph type="ctrTitle" idx="8"/>
          </p:nvPr>
        </p:nvSpPr>
        <p:spPr>
          <a:xfrm>
            <a:off x="621630" y="411675"/>
            <a:ext cx="5888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SELECT Queries</a:t>
            </a:r>
            <a:endParaRPr sz="3000" dirty="0"/>
          </a:p>
        </p:txBody>
      </p:sp>
      <p:sp>
        <p:nvSpPr>
          <p:cNvPr id="602" name="Google Shape;602;p30">
            <a:extLst>
              <a:ext uri="{FF2B5EF4-FFF2-40B4-BE49-F238E27FC236}">
                <a16:creationId xmlns:a16="http://schemas.microsoft.com/office/drawing/2014/main" id="{C0233E82-8E4A-15C3-6712-ED354618B15B}"/>
              </a:ext>
            </a:extLst>
          </p:cNvPr>
          <p:cNvSpPr txBox="1">
            <a:spLocks noGrp="1"/>
          </p:cNvSpPr>
          <p:nvPr>
            <p:ph type="ctrTitle" idx="2"/>
          </p:nvPr>
        </p:nvSpPr>
        <p:spPr>
          <a:xfrm>
            <a:off x="621630" y="2646948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1"/>
            <a:r>
              <a:rPr lang="en-US" sz="1600" dirty="0">
                <a:solidFill>
                  <a:schemeClr val="lt1"/>
                </a:solidFill>
                <a:latin typeface="Share Tech"/>
                <a:sym typeface="Share Tech"/>
              </a:rPr>
              <a:t>GROUP BY category, customer</a:t>
            </a:r>
          </a:p>
        </p:txBody>
      </p:sp>
      <p:sp>
        <p:nvSpPr>
          <p:cNvPr id="603" name="Google Shape;603;p30">
            <a:extLst>
              <a:ext uri="{FF2B5EF4-FFF2-40B4-BE49-F238E27FC236}">
                <a16:creationId xmlns:a16="http://schemas.microsoft.com/office/drawing/2014/main" id="{0A7BF4A0-C306-8911-36A0-B89087060C14}"/>
              </a:ext>
            </a:extLst>
          </p:cNvPr>
          <p:cNvSpPr txBox="1">
            <a:spLocks noGrp="1"/>
          </p:cNvSpPr>
          <p:nvPr>
            <p:ph type="ctrTitle" idx="4"/>
          </p:nvPr>
        </p:nvSpPr>
        <p:spPr>
          <a:xfrm>
            <a:off x="621630" y="1802587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1600" dirty="0"/>
              <a:t>Ordering results with ORDER BY</a:t>
            </a:r>
            <a:endParaRPr sz="1600" dirty="0"/>
          </a:p>
        </p:txBody>
      </p:sp>
      <p:sp>
        <p:nvSpPr>
          <p:cNvPr id="605" name="Google Shape;605;p30">
            <a:extLst>
              <a:ext uri="{FF2B5EF4-FFF2-40B4-BE49-F238E27FC236}">
                <a16:creationId xmlns:a16="http://schemas.microsoft.com/office/drawing/2014/main" id="{010CA1DF-DCCC-A0EF-9C6F-F4E6710D72F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21630" y="1062753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1600" dirty="0"/>
              <a:t>Aggregations using COUNT, AVG, SUM</a:t>
            </a:r>
          </a:p>
        </p:txBody>
      </p:sp>
      <p:sp>
        <p:nvSpPr>
          <p:cNvPr id="609" name="Google Shape;609;p30">
            <a:extLst>
              <a:ext uri="{FF2B5EF4-FFF2-40B4-BE49-F238E27FC236}">
                <a16:creationId xmlns:a16="http://schemas.microsoft.com/office/drawing/2014/main" id="{FCB38A7A-5914-2961-73B6-83678002EF0A}"/>
              </a:ext>
            </a:extLst>
          </p:cNvPr>
          <p:cNvSpPr txBox="1">
            <a:spLocks noGrp="1"/>
          </p:cNvSpPr>
          <p:nvPr>
            <p:ph type="ctrTitle" idx="6"/>
          </p:nvPr>
        </p:nvSpPr>
        <p:spPr>
          <a:xfrm>
            <a:off x="516008" y="3436048"/>
            <a:ext cx="2092543" cy="7659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1600" dirty="0"/>
              <a:t>Pagination using OFFSET and FETCH NEXT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9014FB-A055-E768-BF26-EB310B29C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495" y="1578002"/>
            <a:ext cx="5194497" cy="224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31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AB0EA095-77B1-022D-87FE-69BB016B6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1">
            <a:extLst>
              <a:ext uri="{FF2B5EF4-FFF2-40B4-BE49-F238E27FC236}">
                <a16:creationId xmlns:a16="http://schemas.microsoft.com/office/drawing/2014/main" id="{41BEFF13-371B-5C61-D6BA-B1CE7782B2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JOIN Examples</a:t>
            </a:r>
            <a:endParaRPr dirty="0"/>
          </a:p>
        </p:txBody>
      </p:sp>
      <p:sp>
        <p:nvSpPr>
          <p:cNvPr id="677" name="Google Shape;677;p31">
            <a:extLst>
              <a:ext uri="{FF2B5EF4-FFF2-40B4-BE49-F238E27FC236}">
                <a16:creationId xmlns:a16="http://schemas.microsoft.com/office/drawing/2014/main" id="{E1B41531-724A-3390-D968-C0CAFB462D9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0" y="989475"/>
            <a:ext cx="3602539" cy="2578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/>
            <a:r>
              <a:rPr lang="en-US" dirty="0"/>
              <a:t>INNER JOIN customers with orders</a:t>
            </a:r>
          </a:p>
          <a:p>
            <a:pPr lvl="1"/>
            <a:r>
              <a:rPr lang="en-US" dirty="0"/>
              <a:t>LEFT JOIN customers including those without orders</a:t>
            </a:r>
            <a:endParaRPr lang="ru-RU" dirty="0"/>
          </a:p>
          <a:p>
            <a:pPr lvl="1"/>
            <a:r>
              <a:rPr lang="en-US" dirty="0"/>
              <a:t>Multi-table JOIN: Customers, Orders, </a:t>
            </a:r>
            <a:r>
              <a:rPr lang="en-US" dirty="0" err="1"/>
              <a:t>OrderItems</a:t>
            </a:r>
            <a:r>
              <a:rPr lang="en-US" dirty="0"/>
              <a:t>, Products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B468F-6262-2118-21B9-CB515B78F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742" y="1203587"/>
            <a:ext cx="4071938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28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DA03F13E-16BF-7D65-7717-73D51D3DB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1">
            <a:extLst>
              <a:ext uri="{FF2B5EF4-FFF2-40B4-BE49-F238E27FC236}">
                <a16:creationId xmlns:a16="http://schemas.microsoft.com/office/drawing/2014/main" id="{4C6DAF2B-0B33-9D81-1F8D-0807EBFF1EA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View</a:t>
            </a:r>
            <a:endParaRPr dirty="0"/>
          </a:p>
        </p:txBody>
      </p:sp>
      <p:sp>
        <p:nvSpPr>
          <p:cNvPr id="677" name="Google Shape;677;p31">
            <a:extLst>
              <a:ext uri="{FF2B5EF4-FFF2-40B4-BE49-F238E27FC236}">
                <a16:creationId xmlns:a16="http://schemas.microsoft.com/office/drawing/2014/main" id="{2F92F665-F180-F4A5-F666-38D1D24D61A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323133" y="1190625"/>
            <a:ext cx="4221364" cy="2578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VIEW_CustomerOrderSummary</a:t>
            </a:r>
            <a:endParaRPr lang="en-US" dirty="0"/>
          </a:p>
          <a:p>
            <a:pPr lvl="1"/>
            <a:r>
              <a:rPr lang="en-US" dirty="0"/>
              <a:t>Aggregates order value per customer</a:t>
            </a:r>
          </a:p>
          <a:p>
            <a:pPr lvl="1"/>
            <a:r>
              <a:rPr lang="en-US" dirty="0"/>
              <a:t>Combines 4 tables using JOIN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75CD83-CF0A-4E35-10D9-4B61A9335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231" y="1293753"/>
            <a:ext cx="4600575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42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9"/>
          <p:cNvSpPr txBox="1">
            <a:spLocks noGrp="1"/>
          </p:cNvSpPr>
          <p:nvPr>
            <p:ph type="ctrTitle" idx="4"/>
          </p:nvPr>
        </p:nvSpPr>
        <p:spPr>
          <a:xfrm>
            <a:off x="618825" y="411675"/>
            <a:ext cx="6153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Stored Procedure</a:t>
            </a:r>
            <a:endParaRPr dirty="0"/>
          </a:p>
        </p:txBody>
      </p:sp>
      <p:sp>
        <p:nvSpPr>
          <p:cNvPr id="573" name="Google Shape;573;p29"/>
          <p:cNvSpPr txBox="1">
            <a:spLocks noGrp="1"/>
          </p:cNvSpPr>
          <p:nvPr>
            <p:ph type="ctrTitle"/>
          </p:nvPr>
        </p:nvSpPr>
        <p:spPr>
          <a:xfrm>
            <a:off x="931234" y="1196026"/>
            <a:ext cx="3089868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 err="1"/>
              <a:t>GetOrdersByCustomer</a:t>
            </a:r>
            <a:endParaRPr dirty="0"/>
          </a:p>
        </p:txBody>
      </p:sp>
      <p:sp>
        <p:nvSpPr>
          <p:cNvPr id="574" name="Google Shape;574;p29"/>
          <p:cNvSpPr txBox="1">
            <a:spLocks noGrp="1"/>
          </p:cNvSpPr>
          <p:nvPr>
            <p:ph type="subTitle" idx="1"/>
          </p:nvPr>
        </p:nvSpPr>
        <p:spPr>
          <a:xfrm>
            <a:off x="931246" y="1684093"/>
            <a:ext cx="26205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Returns all orders placed by a given customer name</a:t>
            </a:r>
          </a:p>
        </p:txBody>
      </p:sp>
      <p:cxnSp>
        <p:nvCxnSpPr>
          <p:cNvPr id="593" name="Google Shape;593;p29"/>
          <p:cNvCxnSpPr>
            <a:cxnSpLocks/>
            <a:stCxn id="573" idx="1"/>
          </p:cNvCxnSpPr>
          <p:nvPr/>
        </p:nvCxnSpPr>
        <p:spPr>
          <a:xfrm rot="10800000" flipH="1" flipV="1">
            <a:off x="931234" y="1484925"/>
            <a:ext cx="2368856" cy="976391"/>
          </a:xfrm>
          <a:prstGeom prst="bentConnector3">
            <a:avLst>
              <a:gd name="adj1" fmla="val -965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4" name="Google Shape;594;p29"/>
          <p:cNvCxnSpPr>
            <a:cxnSpLocks/>
          </p:cNvCxnSpPr>
          <p:nvPr/>
        </p:nvCxnSpPr>
        <p:spPr>
          <a:xfrm rot="5400000">
            <a:off x="6867292" y="2333730"/>
            <a:ext cx="1859618" cy="1398398"/>
          </a:xfrm>
          <a:prstGeom prst="bentConnector3">
            <a:avLst>
              <a:gd name="adj1" fmla="val 100401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5" name="Google Shape;595;p29"/>
          <p:cNvSpPr/>
          <p:nvPr/>
        </p:nvSpPr>
        <p:spPr>
          <a:xfrm>
            <a:off x="923634" y="3637035"/>
            <a:ext cx="121172" cy="121198"/>
          </a:xfrm>
          <a:custGeom>
            <a:avLst/>
            <a:gdLst/>
            <a:ahLst/>
            <a:cxnLst/>
            <a:rect l="l" t="t" r="r" b="b"/>
            <a:pathLst>
              <a:path w="4624" h="4625" extrusionOk="0">
                <a:moveTo>
                  <a:pt x="0" y="1"/>
                </a:moveTo>
                <a:lnTo>
                  <a:pt x="0" y="4624"/>
                </a:lnTo>
                <a:lnTo>
                  <a:pt x="4624" y="4624"/>
                </a:lnTo>
                <a:lnTo>
                  <a:pt x="462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9"/>
          <p:cNvSpPr/>
          <p:nvPr/>
        </p:nvSpPr>
        <p:spPr>
          <a:xfrm>
            <a:off x="8607511" y="3165263"/>
            <a:ext cx="121172" cy="121198"/>
          </a:xfrm>
          <a:custGeom>
            <a:avLst/>
            <a:gdLst/>
            <a:ahLst/>
            <a:cxnLst/>
            <a:rect l="l" t="t" r="r" b="b"/>
            <a:pathLst>
              <a:path w="4624" h="4625" extrusionOk="0">
                <a:moveTo>
                  <a:pt x="0" y="1"/>
                </a:moveTo>
                <a:lnTo>
                  <a:pt x="0" y="4624"/>
                </a:lnTo>
                <a:lnTo>
                  <a:pt x="4624" y="4624"/>
                </a:lnTo>
                <a:lnTo>
                  <a:pt x="462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F6D7D4-7186-7029-C4DB-7A8F7176A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102" y="2243758"/>
            <a:ext cx="4305300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>
          <a:extLst>
            <a:ext uri="{FF2B5EF4-FFF2-40B4-BE49-F238E27FC236}">
              <a16:creationId xmlns:a16="http://schemas.microsoft.com/office/drawing/2014/main" id="{47ED3F0F-DE0D-CE66-480D-7EDF06B32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9">
            <a:extLst>
              <a:ext uri="{FF2B5EF4-FFF2-40B4-BE49-F238E27FC236}">
                <a16:creationId xmlns:a16="http://schemas.microsoft.com/office/drawing/2014/main" id="{F17A54E7-E741-44B5-67EA-0307CCE18F5D}"/>
              </a:ext>
            </a:extLst>
          </p:cNvPr>
          <p:cNvSpPr txBox="1">
            <a:spLocks noGrp="1"/>
          </p:cNvSpPr>
          <p:nvPr>
            <p:ph type="ctrTitle" idx="4"/>
          </p:nvPr>
        </p:nvSpPr>
        <p:spPr>
          <a:xfrm>
            <a:off x="618825" y="411675"/>
            <a:ext cx="6153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Function</a:t>
            </a:r>
            <a:endParaRPr dirty="0"/>
          </a:p>
        </p:txBody>
      </p:sp>
      <p:sp>
        <p:nvSpPr>
          <p:cNvPr id="575" name="Google Shape;575;p29">
            <a:extLst>
              <a:ext uri="{FF2B5EF4-FFF2-40B4-BE49-F238E27FC236}">
                <a16:creationId xmlns:a16="http://schemas.microsoft.com/office/drawing/2014/main" id="{455CDB98-88B8-0CE3-3460-5852566394A6}"/>
              </a:ext>
            </a:extLst>
          </p:cNvPr>
          <p:cNvSpPr txBox="1">
            <a:spLocks noGrp="1"/>
          </p:cNvSpPr>
          <p:nvPr>
            <p:ph type="ctrTitle" idx="2"/>
          </p:nvPr>
        </p:nvSpPr>
        <p:spPr>
          <a:xfrm>
            <a:off x="4730130" y="1196025"/>
            <a:ext cx="345755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 err="1"/>
              <a:t>GetTotalSpent</a:t>
            </a:r>
            <a:endParaRPr lang="en-US" dirty="0"/>
          </a:p>
        </p:txBody>
      </p:sp>
      <p:sp>
        <p:nvSpPr>
          <p:cNvPr id="576" name="Google Shape;576;p29">
            <a:extLst>
              <a:ext uri="{FF2B5EF4-FFF2-40B4-BE49-F238E27FC236}">
                <a16:creationId xmlns:a16="http://schemas.microsoft.com/office/drawing/2014/main" id="{45A52CED-52FF-AFDC-3305-EB110DAD5FC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450166" y="1684093"/>
            <a:ext cx="2737500" cy="6534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Calculates total spending based on ordered products</a:t>
            </a:r>
          </a:p>
        </p:txBody>
      </p:sp>
      <p:cxnSp>
        <p:nvCxnSpPr>
          <p:cNvPr id="593" name="Google Shape;593;p29">
            <a:extLst>
              <a:ext uri="{FF2B5EF4-FFF2-40B4-BE49-F238E27FC236}">
                <a16:creationId xmlns:a16="http://schemas.microsoft.com/office/drawing/2014/main" id="{A27CEB22-BD6C-4D29-1963-D929AC33E5D6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871216" y="1484925"/>
            <a:ext cx="2822619" cy="2667688"/>
          </a:xfrm>
          <a:prstGeom prst="bentConnector3">
            <a:avLst>
              <a:gd name="adj1" fmla="val -1321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4" name="Google Shape;594;p29">
            <a:extLst>
              <a:ext uri="{FF2B5EF4-FFF2-40B4-BE49-F238E27FC236}">
                <a16:creationId xmlns:a16="http://schemas.microsoft.com/office/drawing/2014/main" id="{F6E49C75-535D-CE9E-5A55-7DDACF396506}"/>
              </a:ext>
            </a:extLst>
          </p:cNvPr>
          <p:cNvCxnSpPr>
            <a:cxnSpLocks/>
            <a:stCxn id="575" idx="3"/>
          </p:cNvCxnSpPr>
          <p:nvPr/>
        </p:nvCxnSpPr>
        <p:spPr>
          <a:xfrm flipH="1">
            <a:off x="5878286" y="1484925"/>
            <a:ext cx="2309394" cy="852639"/>
          </a:xfrm>
          <a:prstGeom prst="bentConnector3">
            <a:avLst>
              <a:gd name="adj1" fmla="val -9899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5" name="Google Shape;595;p29">
            <a:extLst>
              <a:ext uri="{FF2B5EF4-FFF2-40B4-BE49-F238E27FC236}">
                <a16:creationId xmlns:a16="http://schemas.microsoft.com/office/drawing/2014/main" id="{695E3725-A646-6BC9-97D3-2874ADE8A44E}"/>
              </a:ext>
            </a:extLst>
          </p:cNvPr>
          <p:cNvSpPr/>
          <p:nvPr/>
        </p:nvSpPr>
        <p:spPr>
          <a:xfrm>
            <a:off x="923634" y="3637035"/>
            <a:ext cx="121172" cy="121198"/>
          </a:xfrm>
          <a:custGeom>
            <a:avLst/>
            <a:gdLst/>
            <a:ahLst/>
            <a:cxnLst/>
            <a:rect l="l" t="t" r="r" b="b"/>
            <a:pathLst>
              <a:path w="4624" h="4625" extrusionOk="0">
                <a:moveTo>
                  <a:pt x="0" y="1"/>
                </a:moveTo>
                <a:lnTo>
                  <a:pt x="0" y="4624"/>
                </a:lnTo>
                <a:lnTo>
                  <a:pt x="4624" y="4624"/>
                </a:lnTo>
                <a:lnTo>
                  <a:pt x="462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9">
            <a:extLst>
              <a:ext uri="{FF2B5EF4-FFF2-40B4-BE49-F238E27FC236}">
                <a16:creationId xmlns:a16="http://schemas.microsoft.com/office/drawing/2014/main" id="{196F074C-8F4B-37AD-B77A-A93E8B520E62}"/>
              </a:ext>
            </a:extLst>
          </p:cNvPr>
          <p:cNvSpPr/>
          <p:nvPr/>
        </p:nvSpPr>
        <p:spPr>
          <a:xfrm>
            <a:off x="8282034" y="2960760"/>
            <a:ext cx="121172" cy="121198"/>
          </a:xfrm>
          <a:custGeom>
            <a:avLst/>
            <a:gdLst/>
            <a:ahLst/>
            <a:cxnLst/>
            <a:rect l="l" t="t" r="r" b="b"/>
            <a:pathLst>
              <a:path w="4624" h="4625" extrusionOk="0">
                <a:moveTo>
                  <a:pt x="0" y="1"/>
                </a:moveTo>
                <a:lnTo>
                  <a:pt x="0" y="4624"/>
                </a:lnTo>
                <a:lnTo>
                  <a:pt x="4624" y="4624"/>
                </a:lnTo>
                <a:lnTo>
                  <a:pt x="462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0E511C-1081-0AD9-51A4-25F3557AD6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181"/>
          <a:stretch>
            <a:fillRect/>
          </a:stretch>
        </p:blipFill>
        <p:spPr>
          <a:xfrm>
            <a:off x="740794" y="1905429"/>
            <a:ext cx="4257675" cy="204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132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>
          <a:extLst>
            <a:ext uri="{FF2B5EF4-FFF2-40B4-BE49-F238E27FC236}">
              <a16:creationId xmlns:a16="http://schemas.microsoft.com/office/drawing/2014/main" id="{2D7F1CF2-8455-4C5E-7F2F-1E1CFD98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9">
            <a:extLst>
              <a:ext uri="{FF2B5EF4-FFF2-40B4-BE49-F238E27FC236}">
                <a16:creationId xmlns:a16="http://schemas.microsoft.com/office/drawing/2014/main" id="{A473C1FB-142D-0113-8C3C-10DEFAC82D0D}"/>
              </a:ext>
            </a:extLst>
          </p:cNvPr>
          <p:cNvSpPr txBox="1">
            <a:spLocks noGrp="1"/>
          </p:cNvSpPr>
          <p:nvPr>
            <p:ph type="ctrTitle" idx="4"/>
          </p:nvPr>
        </p:nvSpPr>
        <p:spPr>
          <a:xfrm>
            <a:off x="618825" y="411675"/>
            <a:ext cx="6153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Trigger</a:t>
            </a:r>
            <a:endParaRPr dirty="0"/>
          </a:p>
        </p:txBody>
      </p:sp>
      <p:sp>
        <p:nvSpPr>
          <p:cNvPr id="573" name="Google Shape;573;p29">
            <a:extLst>
              <a:ext uri="{FF2B5EF4-FFF2-40B4-BE49-F238E27FC236}">
                <a16:creationId xmlns:a16="http://schemas.microsoft.com/office/drawing/2014/main" id="{69FDF594-3F36-B62A-61C7-B5C866C546E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31234" y="1196026"/>
            <a:ext cx="4067028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 err="1"/>
              <a:t>trg_UpdateStock</a:t>
            </a:r>
            <a:r>
              <a:rPr lang="en-US" dirty="0"/>
              <a:t> on </a:t>
            </a:r>
            <a:r>
              <a:rPr lang="en-US" dirty="0" err="1"/>
              <a:t>OrderItems</a:t>
            </a:r>
            <a:endParaRPr dirty="0"/>
          </a:p>
        </p:txBody>
      </p:sp>
      <p:sp>
        <p:nvSpPr>
          <p:cNvPr id="574" name="Google Shape;574;p29">
            <a:extLst>
              <a:ext uri="{FF2B5EF4-FFF2-40B4-BE49-F238E27FC236}">
                <a16:creationId xmlns:a16="http://schemas.microsoft.com/office/drawing/2014/main" id="{0EDA3002-3049-7CA9-E786-9A5B4794B2E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31246" y="1684093"/>
            <a:ext cx="2620500" cy="6603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Automatically decreases product stock after insert</a:t>
            </a:r>
          </a:p>
        </p:txBody>
      </p:sp>
      <p:cxnSp>
        <p:nvCxnSpPr>
          <p:cNvPr id="593" name="Google Shape;593;p29">
            <a:extLst>
              <a:ext uri="{FF2B5EF4-FFF2-40B4-BE49-F238E27FC236}">
                <a16:creationId xmlns:a16="http://schemas.microsoft.com/office/drawing/2014/main" id="{2AE06694-7A2F-4F63-3F15-8DC9F5F5B817}"/>
              </a:ext>
            </a:extLst>
          </p:cNvPr>
          <p:cNvCxnSpPr>
            <a:cxnSpLocks/>
            <a:stCxn id="573" idx="1"/>
          </p:cNvCxnSpPr>
          <p:nvPr/>
        </p:nvCxnSpPr>
        <p:spPr>
          <a:xfrm rot="10800000" flipH="1" flipV="1">
            <a:off x="931234" y="1484925"/>
            <a:ext cx="2368856" cy="976387"/>
          </a:xfrm>
          <a:prstGeom prst="bentConnector3">
            <a:avLst>
              <a:gd name="adj1" fmla="val -965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4" name="Google Shape;594;p29">
            <a:extLst>
              <a:ext uri="{FF2B5EF4-FFF2-40B4-BE49-F238E27FC236}">
                <a16:creationId xmlns:a16="http://schemas.microsoft.com/office/drawing/2014/main" id="{A29617DF-E763-9AC7-D03D-80032AFC2C1E}"/>
              </a:ext>
            </a:extLst>
          </p:cNvPr>
          <p:cNvCxnSpPr>
            <a:cxnSpLocks/>
          </p:cNvCxnSpPr>
          <p:nvPr/>
        </p:nvCxnSpPr>
        <p:spPr>
          <a:xfrm rot="5400000">
            <a:off x="6721853" y="2028514"/>
            <a:ext cx="1932043" cy="1326241"/>
          </a:xfrm>
          <a:prstGeom prst="bentConnector3">
            <a:avLst>
              <a:gd name="adj1" fmla="val 99819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5" name="Google Shape;595;p29">
            <a:extLst>
              <a:ext uri="{FF2B5EF4-FFF2-40B4-BE49-F238E27FC236}">
                <a16:creationId xmlns:a16="http://schemas.microsoft.com/office/drawing/2014/main" id="{6FE30319-FCF9-1DCB-AE90-165BB6D6EBBA}"/>
              </a:ext>
            </a:extLst>
          </p:cNvPr>
          <p:cNvSpPr/>
          <p:nvPr/>
        </p:nvSpPr>
        <p:spPr>
          <a:xfrm>
            <a:off x="923634" y="3637035"/>
            <a:ext cx="121172" cy="121198"/>
          </a:xfrm>
          <a:custGeom>
            <a:avLst/>
            <a:gdLst/>
            <a:ahLst/>
            <a:cxnLst/>
            <a:rect l="l" t="t" r="r" b="b"/>
            <a:pathLst>
              <a:path w="4624" h="4625" extrusionOk="0">
                <a:moveTo>
                  <a:pt x="0" y="1"/>
                </a:moveTo>
                <a:lnTo>
                  <a:pt x="0" y="4624"/>
                </a:lnTo>
                <a:lnTo>
                  <a:pt x="4624" y="4624"/>
                </a:lnTo>
                <a:lnTo>
                  <a:pt x="462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9">
            <a:extLst>
              <a:ext uri="{FF2B5EF4-FFF2-40B4-BE49-F238E27FC236}">
                <a16:creationId xmlns:a16="http://schemas.microsoft.com/office/drawing/2014/main" id="{F31C7C61-3CA8-C204-7D45-C37A922619D1}"/>
              </a:ext>
            </a:extLst>
          </p:cNvPr>
          <p:cNvSpPr/>
          <p:nvPr/>
        </p:nvSpPr>
        <p:spPr>
          <a:xfrm>
            <a:off x="8445349" y="3201448"/>
            <a:ext cx="121172" cy="121198"/>
          </a:xfrm>
          <a:custGeom>
            <a:avLst/>
            <a:gdLst/>
            <a:ahLst/>
            <a:cxnLst/>
            <a:rect l="l" t="t" r="r" b="b"/>
            <a:pathLst>
              <a:path w="4624" h="4625" extrusionOk="0">
                <a:moveTo>
                  <a:pt x="0" y="1"/>
                </a:moveTo>
                <a:lnTo>
                  <a:pt x="0" y="4624"/>
                </a:lnTo>
                <a:lnTo>
                  <a:pt x="4624" y="4624"/>
                </a:lnTo>
                <a:lnTo>
                  <a:pt x="462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02B018-A01F-AD17-948E-27B0A3DEB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366" y="1849513"/>
            <a:ext cx="381000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65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/>
          <p:cNvSpPr txBox="1">
            <a:spLocks noGrp="1"/>
          </p:cNvSpPr>
          <p:nvPr>
            <p:ph type="ctrTitle"/>
          </p:nvPr>
        </p:nvSpPr>
        <p:spPr>
          <a:xfrm>
            <a:off x="1369950" y="1742775"/>
            <a:ext cx="3972071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/>
              <a:t>Transaction Example</a:t>
            </a:r>
            <a:endParaRPr sz="3600" dirty="0"/>
          </a:p>
        </p:txBody>
      </p:sp>
      <p:sp>
        <p:nvSpPr>
          <p:cNvPr id="689" name="Google Shape;689;p32"/>
          <p:cNvSpPr txBox="1">
            <a:spLocks noGrp="1"/>
          </p:cNvSpPr>
          <p:nvPr>
            <p:ph type="subTitle" idx="1"/>
          </p:nvPr>
        </p:nvSpPr>
        <p:spPr>
          <a:xfrm>
            <a:off x="1369951" y="2417450"/>
            <a:ext cx="3545808" cy="13432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600" dirty="0"/>
              <a:t>Manual deletion wrapped in TRANSACTION</a:t>
            </a:r>
          </a:p>
          <a:p>
            <a:pPr marL="457200" lvl="1" indent="-342900" algn="ctr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lt1"/>
                </a:solidFill>
              </a:rPr>
              <a:t>Ensures data consistency during complex operations</a:t>
            </a:r>
          </a:p>
        </p:txBody>
      </p:sp>
      <p:sp>
        <p:nvSpPr>
          <p:cNvPr id="691" name="Google Shape;691;p32"/>
          <p:cNvSpPr txBox="1">
            <a:spLocks noGrp="1"/>
          </p:cNvSpPr>
          <p:nvPr>
            <p:ph type="title" idx="2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01</a:t>
            </a:r>
            <a:endParaRPr dirty="0">
              <a:solidFill>
                <a:schemeClr val="dk2"/>
              </a:solidFill>
            </a:endParaRPr>
          </a:p>
        </p:txBody>
      </p:sp>
      <p:cxnSp>
        <p:nvCxnSpPr>
          <p:cNvPr id="694" name="Google Shape;694;p32"/>
          <p:cNvCxnSpPr>
            <a:cxnSpLocks/>
          </p:cNvCxnSpPr>
          <p:nvPr/>
        </p:nvCxnSpPr>
        <p:spPr>
          <a:xfrm>
            <a:off x="6325425" y="2953675"/>
            <a:ext cx="0" cy="97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08D31BB-DD81-E02A-D96D-BEE5FA1FD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821" y="3690209"/>
            <a:ext cx="3505200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47"/>
          <p:cNvSpPr txBox="1">
            <a:spLocks noGrp="1"/>
          </p:cNvSpPr>
          <p:nvPr>
            <p:ph type="title"/>
          </p:nvPr>
        </p:nvSpPr>
        <p:spPr>
          <a:xfrm>
            <a:off x="2425448" y="576326"/>
            <a:ext cx="4076986" cy="112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Conclusion</a:t>
            </a:r>
            <a:endParaRPr dirty="0"/>
          </a:p>
        </p:txBody>
      </p:sp>
      <p:sp>
        <p:nvSpPr>
          <p:cNvPr id="1357" name="Google Shape;1357;p47"/>
          <p:cNvSpPr txBox="1"/>
          <p:nvPr/>
        </p:nvSpPr>
        <p:spPr>
          <a:xfrm>
            <a:off x="3213811" y="4333329"/>
            <a:ext cx="23379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Please keep this slide for attribution</a:t>
            </a:r>
            <a:endParaRPr sz="1000"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358" name="Google Shape;1358;p47"/>
          <p:cNvSpPr/>
          <p:nvPr/>
        </p:nvSpPr>
        <p:spPr>
          <a:xfrm>
            <a:off x="-65247" y="971445"/>
            <a:ext cx="62397" cy="62143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9" name="Google Shape;1359;p47"/>
          <p:cNvGrpSpPr/>
          <p:nvPr/>
        </p:nvGrpSpPr>
        <p:grpSpPr>
          <a:xfrm>
            <a:off x="7981434" y="-1177061"/>
            <a:ext cx="203789" cy="1274754"/>
            <a:chOff x="2877432" y="975334"/>
            <a:chExt cx="188886" cy="1181531"/>
          </a:xfrm>
        </p:grpSpPr>
        <p:sp>
          <p:nvSpPr>
            <p:cNvPr id="1360" name="Google Shape;1360;p47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7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7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3" name="Google Shape;1363;p47"/>
          <p:cNvSpPr/>
          <p:nvPr/>
        </p:nvSpPr>
        <p:spPr>
          <a:xfrm>
            <a:off x="9277943" y="-708433"/>
            <a:ext cx="9132" cy="2718429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47"/>
          <p:cNvSpPr/>
          <p:nvPr/>
        </p:nvSpPr>
        <p:spPr>
          <a:xfrm>
            <a:off x="335228" y="-685306"/>
            <a:ext cx="9132" cy="1822332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0FE462-C937-2F6C-C624-8AF4ED718030}"/>
              </a:ext>
            </a:extLst>
          </p:cNvPr>
          <p:cNvSpPr txBox="1"/>
          <p:nvPr/>
        </p:nvSpPr>
        <p:spPr>
          <a:xfrm>
            <a:off x="2591946" y="1697726"/>
            <a:ext cx="3678225" cy="1193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600"/>
              </a:spcAft>
            </a:pPr>
            <a:r>
              <a:rPr lang="en-US" sz="1000" dirty="0">
                <a:solidFill>
                  <a:schemeClr val="lt1"/>
                </a:solidFill>
                <a:latin typeface="Maven Pro"/>
              </a:rPr>
              <a:t>Project meets all technical requirements</a:t>
            </a:r>
          </a:p>
          <a:p>
            <a:pPr algn="ctr">
              <a:lnSpc>
                <a:spcPct val="115000"/>
              </a:lnSpc>
              <a:spcAft>
                <a:spcPts val="1600"/>
              </a:spcAft>
            </a:pPr>
            <a:r>
              <a:rPr lang="en-US" sz="1000" dirty="0">
                <a:solidFill>
                  <a:schemeClr val="lt1"/>
                </a:solidFill>
                <a:latin typeface="Maven Pro"/>
              </a:rPr>
              <a:t>Includes design, implementation, queries, indexes, views, procedures and triggers</a:t>
            </a:r>
          </a:p>
          <a:p>
            <a:pPr algn="ctr">
              <a:lnSpc>
                <a:spcPct val="115000"/>
              </a:lnSpc>
              <a:spcAft>
                <a:spcPts val="1600"/>
              </a:spcAft>
            </a:pPr>
            <a:r>
              <a:rPr lang="en-US" sz="1000" dirty="0">
                <a:solidFill>
                  <a:schemeClr val="lt1"/>
                </a:solidFill>
                <a:latin typeface="Maven Pro"/>
              </a:rPr>
              <a:t>ERD and code prepared for final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268</Words>
  <Application>Microsoft Office PowerPoint</Application>
  <PresentationFormat>On-screen Show (16:9)</PresentationFormat>
  <Paragraphs>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Share Tech</vt:lpstr>
      <vt:lpstr>Wingdings</vt:lpstr>
      <vt:lpstr>Advent Pro SemiBold</vt:lpstr>
      <vt:lpstr>Fira Sans Condensed Medium</vt:lpstr>
      <vt:lpstr>Maven Pro</vt:lpstr>
      <vt:lpstr>Fira Sans Extra Condensed Medium</vt:lpstr>
      <vt:lpstr>Arial</vt:lpstr>
      <vt:lpstr>Courier New</vt:lpstr>
      <vt:lpstr>Data Science Consulting by Slidesgo</vt:lpstr>
      <vt:lpstr>Database Project</vt:lpstr>
      <vt:lpstr>Overview</vt:lpstr>
      <vt:lpstr>Database Design</vt:lpstr>
      <vt:lpstr>Many-to-Many Relationship</vt:lpstr>
      <vt:lpstr>Unique email index for Customers</vt:lpstr>
      <vt:lpstr>Diagram</vt:lpstr>
      <vt:lpstr>Data Manipulation</vt:lpstr>
      <vt:lpstr>SELECT Queries</vt:lpstr>
      <vt:lpstr>JOIN Examples</vt:lpstr>
      <vt:lpstr>View</vt:lpstr>
      <vt:lpstr>Stored Procedure</vt:lpstr>
      <vt:lpstr>Function</vt:lpstr>
      <vt:lpstr>Trigger</vt:lpstr>
      <vt:lpstr>Transaction Example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Гліб Донець</cp:lastModifiedBy>
  <cp:revision>11</cp:revision>
  <dcterms:modified xsi:type="dcterms:W3CDTF">2025-11-30T12:04:06Z</dcterms:modified>
</cp:coreProperties>
</file>